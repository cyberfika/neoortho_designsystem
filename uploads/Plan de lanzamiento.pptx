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11"/>
  </p:notesMasterIdLst>
  <p:sldIdLst>
    <p:sldId id="256" r:id="rId2"/>
    <p:sldId id="288" r:id="rId3"/>
    <p:sldId id="289" r:id="rId4"/>
    <p:sldId id="290" r:id="rId5"/>
    <p:sldId id="2147481882" r:id="rId6"/>
    <p:sldId id="291" r:id="rId7"/>
    <p:sldId id="2147481883" r:id="rId8"/>
    <p:sldId id="292" r:id="rId9"/>
    <p:sldId id="271" r:id="rId10"/>
  </p:sldIdLst>
  <p:sldSz cx="9144000" cy="5143500" type="screen16x9"/>
  <p:notesSz cx="6858000" cy="9144000"/>
  <p:embeddedFontLst>
    <p:embeddedFont>
      <p:font typeface="Heebo" pitchFamily="2" charset="-79"/>
      <p:regular r:id="rId12"/>
      <p:bold r:id="rId13"/>
    </p:embeddedFont>
    <p:embeddedFont>
      <p:font typeface="Open Sans" panose="020B0606030504020204" pitchFamily="34" charset="0"/>
      <p:regular r:id="rId14"/>
      <p:bold r:id="rId15"/>
      <p:italic r:id="rId16"/>
      <p:boldItalic r:id="rId17"/>
    </p:embeddedFont>
    <p:embeddedFont>
      <p:font typeface="Poppins" panose="00000500000000000000" pitchFamily="2" charset="0"/>
      <p:regular r:id="rId18"/>
      <p:bold r:id="rId19"/>
      <p:italic r:id="rId20"/>
      <p:boldItalic r:id="rId21"/>
    </p:embeddedFont>
    <p:embeddedFont>
      <p:font typeface="Poppins Light" panose="000004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92D84"/>
    <a:srgbClr val="EAE9E8"/>
    <a:srgbClr val="731EA0"/>
    <a:srgbClr val="00B0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D7BC8E-314F-4FA5-859D-79ECA7769100}" v="4" dt="2026-07-30T19:21:18.8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33" d="100"/>
          <a:sy n="133" d="100"/>
        </p:scale>
        <p:origin x="906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erton Maica Bedusco" userId="8b13f2a2-34a0-49fb-be08-354800e10331" providerId="ADAL" clId="{121B53AA-5904-450E-BBCF-47849682A857}"/>
    <pc:docChg chg="undo redo custSel addSld delSld modSld modMainMaster">
      <pc:chgData name="Everton Maica Bedusco" userId="8b13f2a2-34a0-49fb-be08-354800e10331" providerId="ADAL" clId="{121B53AA-5904-450E-BBCF-47849682A857}" dt="2026-07-30T18:04:53.210" v="4483" actId="14100"/>
      <pc:docMkLst>
        <pc:docMk/>
      </pc:docMkLst>
      <pc:sldChg chg="addSp modSp mod">
        <pc:chgData name="Everton Maica Bedusco" userId="8b13f2a2-34a0-49fb-be08-354800e10331" providerId="ADAL" clId="{121B53AA-5904-450E-BBCF-47849682A857}" dt="2026-07-30T17:45:43.619" v="4135" actId="790"/>
        <pc:sldMkLst>
          <pc:docMk/>
          <pc:sldMk cId="0" sldId="256"/>
        </pc:sldMkLst>
        <pc:spChg chg="add mod">
          <ac:chgData name="Everton Maica Bedusco" userId="8b13f2a2-34a0-49fb-be08-354800e10331" providerId="ADAL" clId="{121B53AA-5904-450E-BBCF-47849682A857}" dt="2026-07-30T17:45:43.619" v="4135" actId="790"/>
          <ac:spMkLst>
            <pc:docMk/>
            <pc:sldMk cId="0" sldId="256"/>
            <ac:spMk id="2" creationId="{1EABEB4B-A5DE-094C-EE65-D6A4EABDF9E9}"/>
          </ac:spMkLst>
        </pc:spChg>
        <pc:spChg chg="mod">
          <ac:chgData name="Everton Maica Bedusco" userId="8b13f2a2-34a0-49fb-be08-354800e10331" providerId="ADAL" clId="{121B53AA-5904-450E-BBCF-47849682A857}" dt="2026-07-30T17:45:43.619" v="4135" actId="790"/>
          <ac:spMkLst>
            <pc:docMk/>
            <pc:sldMk cId="0" sldId="256"/>
            <ac:spMk id="26" creationId="{00000000-0000-0000-0000-000000000000}"/>
          </ac:spMkLst>
        </pc:spChg>
      </pc:sldChg>
      <pc:sldChg chg="delSp modSp mod">
        <pc:chgData name="Everton Maica Bedusco" userId="8b13f2a2-34a0-49fb-be08-354800e10331" providerId="ADAL" clId="{121B53AA-5904-450E-BBCF-47849682A857}" dt="2026-07-30T17:45:43.619" v="4135" actId="790"/>
        <pc:sldMkLst>
          <pc:docMk/>
          <pc:sldMk cId="0" sldId="271"/>
        </pc:sldMkLst>
        <pc:spChg chg="mod">
          <ac:chgData name="Everton Maica Bedusco" userId="8b13f2a2-34a0-49fb-be08-354800e10331" providerId="ADAL" clId="{121B53AA-5904-450E-BBCF-47849682A857}" dt="2026-07-30T17:45:43.619" v="4135" actId="790"/>
          <ac:spMkLst>
            <pc:docMk/>
            <pc:sldMk cId="0" sldId="271"/>
            <ac:spMk id="192" creationId="{00000000-0000-0000-0000-000000000000}"/>
          </ac:spMkLst>
        </pc:spChg>
      </pc:sldChg>
      <pc:sldChg chg="addSp delSp modSp new mod">
        <pc:chgData name="Everton Maica Bedusco" userId="8b13f2a2-34a0-49fb-be08-354800e10331" providerId="ADAL" clId="{121B53AA-5904-450E-BBCF-47849682A857}" dt="2026-07-30T17:45:43.619" v="4135" actId="790"/>
        <pc:sldMkLst>
          <pc:docMk/>
          <pc:sldMk cId="3261124143" sldId="288"/>
        </pc:sldMkLst>
        <pc:spChg chg="mod">
          <ac:chgData name="Everton Maica Bedusco" userId="8b13f2a2-34a0-49fb-be08-354800e10331" providerId="ADAL" clId="{121B53AA-5904-450E-BBCF-47849682A857}" dt="2026-07-30T17:45:43.619" v="4135" actId="790"/>
          <ac:spMkLst>
            <pc:docMk/>
            <pc:sldMk cId="3261124143" sldId="288"/>
            <ac:spMk id="2" creationId="{EE4AAE10-10B6-DFB1-6CCC-134E2B22FD96}"/>
          </ac:spMkLst>
        </pc:spChg>
        <pc:spChg chg="add mod">
          <ac:chgData name="Everton Maica Bedusco" userId="8b13f2a2-34a0-49fb-be08-354800e10331" providerId="ADAL" clId="{121B53AA-5904-450E-BBCF-47849682A857}" dt="2026-07-30T17:45:43.619" v="4135" actId="790"/>
          <ac:spMkLst>
            <pc:docMk/>
            <pc:sldMk cId="3261124143" sldId="288"/>
            <ac:spMk id="3" creationId="{A24F15D0-F428-7B57-AD9C-FE59AF00F12F}"/>
          </ac:spMkLst>
        </pc:spChg>
        <pc:spChg chg="add mod topLvl">
          <ac:chgData name="Everton Maica Bedusco" userId="8b13f2a2-34a0-49fb-be08-354800e10331" providerId="ADAL" clId="{121B53AA-5904-450E-BBCF-47849682A857}" dt="2026-07-30T17:45:43.619" v="4135" actId="790"/>
          <ac:spMkLst>
            <pc:docMk/>
            <pc:sldMk cId="3261124143" sldId="288"/>
            <ac:spMk id="6" creationId="{A63F3302-0C6B-3747-258F-E3034BFADFF2}"/>
          </ac:spMkLst>
        </pc:spChg>
        <pc:spChg chg="mod">
          <ac:chgData name="Everton Maica Bedusco" userId="8b13f2a2-34a0-49fb-be08-354800e10331" providerId="ADAL" clId="{121B53AA-5904-450E-BBCF-47849682A857}" dt="2026-07-27T13:20:51.400" v="3165" actId="790"/>
          <ac:spMkLst>
            <pc:docMk/>
            <pc:sldMk cId="3261124143" sldId="288"/>
            <ac:spMk id="25" creationId="{DAE0D8B2-C0F9-7F11-983A-E6B993BE77D5}"/>
          </ac:spMkLst>
        </pc:spChg>
        <pc:spChg chg="add mod topLvl">
          <ac:chgData name="Everton Maica Bedusco" userId="8b13f2a2-34a0-49fb-be08-354800e10331" providerId="ADAL" clId="{121B53AA-5904-450E-BBCF-47849682A857}" dt="2026-07-27T13:52:05.390" v="3391" actId="790"/>
          <ac:spMkLst>
            <pc:docMk/>
            <pc:sldMk cId="3261124143" sldId="288"/>
            <ac:spMk id="40" creationId="{F49A307D-807F-B9FA-E7A5-D128869A12FE}"/>
          </ac:spMkLst>
        </pc:spChg>
        <pc:spChg chg="add del mod topLvl">
          <ac:chgData name="Everton Maica Bedusco" userId="8b13f2a2-34a0-49fb-be08-354800e10331" providerId="ADAL" clId="{121B53AA-5904-450E-BBCF-47849682A857}" dt="2026-07-30T17:45:43.619" v="4135" actId="790"/>
          <ac:spMkLst>
            <pc:docMk/>
            <pc:sldMk cId="3261124143" sldId="288"/>
            <ac:spMk id="42" creationId="{05B2EDAC-9701-451B-69AF-ECFA8A91AF32}"/>
          </ac:spMkLst>
        </pc:spChg>
        <pc:spChg chg="add mod topLvl">
          <ac:chgData name="Everton Maica Bedusco" userId="8b13f2a2-34a0-49fb-be08-354800e10331" providerId="ADAL" clId="{121B53AA-5904-450E-BBCF-47849682A857}" dt="2026-07-27T13:20:51.400" v="3165" actId="790"/>
          <ac:spMkLst>
            <pc:docMk/>
            <pc:sldMk cId="3261124143" sldId="288"/>
            <ac:spMk id="44" creationId="{32DFDF1E-8DBB-25B1-DE98-91D6720C7562}"/>
          </ac:spMkLst>
        </pc:spChg>
        <pc:spChg chg="add mod topLvl">
          <ac:chgData name="Everton Maica Bedusco" userId="8b13f2a2-34a0-49fb-be08-354800e10331" providerId="ADAL" clId="{121B53AA-5904-450E-BBCF-47849682A857}" dt="2026-07-30T17:45:43.619" v="4135" actId="790"/>
          <ac:spMkLst>
            <pc:docMk/>
            <pc:sldMk cId="3261124143" sldId="288"/>
            <ac:spMk id="46" creationId="{8F569324-872B-EFCE-8248-8A46210B95E1}"/>
          </ac:spMkLst>
        </pc:spChg>
        <pc:spChg chg="add mod topLvl">
          <ac:chgData name="Everton Maica Bedusco" userId="8b13f2a2-34a0-49fb-be08-354800e10331" providerId="ADAL" clId="{121B53AA-5904-450E-BBCF-47849682A857}" dt="2026-07-30T17:45:43.619" v="4135" actId="790"/>
          <ac:spMkLst>
            <pc:docMk/>
            <pc:sldMk cId="3261124143" sldId="288"/>
            <ac:spMk id="48" creationId="{6F332620-6B7A-6105-389C-C9EC20BE4944}"/>
          </ac:spMkLst>
        </pc:spChg>
        <pc:spChg chg="add mod topLvl">
          <ac:chgData name="Everton Maica Bedusco" userId="8b13f2a2-34a0-49fb-be08-354800e10331" providerId="ADAL" clId="{121B53AA-5904-450E-BBCF-47849682A857}" dt="2026-07-24T14:57:56.035" v="1507" actId="1076"/>
          <ac:spMkLst>
            <pc:docMk/>
            <pc:sldMk cId="3261124143" sldId="288"/>
            <ac:spMk id="50" creationId="{E26DE557-C7A7-8E18-0108-F234C5A40FE1}"/>
          </ac:spMkLst>
        </pc:spChg>
        <pc:spChg chg="add mod">
          <ac:chgData name="Everton Maica Bedusco" userId="8b13f2a2-34a0-49fb-be08-354800e10331" providerId="ADAL" clId="{121B53AA-5904-450E-BBCF-47849682A857}" dt="2026-07-30T17:45:43.619" v="4135" actId="790"/>
          <ac:spMkLst>
            <pc:docMk/>
            <pc:sldMk cId="3261124143" sldId="288"/>
            <ac:spMk id="52" creationId="{60ADFED7-6617-AC24-A22F-A4EDB596541E}"/>
          </ac:spMkLst>
        </pc:spChg>
        <pc:spChg chg="add mod topLvl">
          <ac:chgData name="Everton Maica Bedusco" userId="8b13f2a2-34a0-49fb-be08-354800e10331" providerId="ADAL" clId="{121B53AA-5904-450E-BBCF-47849682A857}" dt="2026-07-30T17:45:43.619" v="4135" actId="790"/>
          <ac:spMkLst>
            <pc:docMk/>
            <pc:sldMk cId="3261124143" sldId="288"/>
            <ac:spMk id="54" creationId="{D56BD588-B840-DD1D-61F2-15AF36793382}"/>
          </ac:spMkLst>
        </pc:spChg>
        <pc:spChg chg="add mod topLvl">
          <ac:chgData name="Everton Maica Bedusco" userId="8b13f2a2-34a0-49fb-be08-354800e10331" providerId="ADAL" clId="{121B53AA-5904-450E-BBCF-47849682A857}" dt="2026-07-27T13:20:51.400" v="3165" actId="790"/>
          <ac:spMkLst>
            <pc:docMk/>
            <pc:sldMk cId="3261124143" sldId="288"/>
            <ac:spMk id="56" creationId="{0A34909C-236E-994C-2B5F-F33692534FB1}"/>
          </ac:spMkLst>
        </pc:spChg>
        <pc:spChg chg="add mod">
          <ac:chgData name="Everton Maica Bedusco" userId="8b13f2a2-34a0-49fb-be08-354800e10331" providerId="ADAL" clId="{121B53AA-5904-450E-BBCF-47849682A857}" dt="2026-07-30T17:45:43.619" v="4135" actId="790"/>
          <ac:spMkLst>
            <pc:docMk/>
            <pc:sldMk cId="3261124143" sldId="288"/>
            <ac:spMk id="58" creationId="{4178A76C-57DA-89A2-9E58-EBBECD9BD2E5}"/>
          </ac:spMkLst>
        </pc:spChg>
        <pc:spChg chg="add mod">
          <ac:chgData name="Everton Maica Bedusco" userId="8b13f2a2-34a0-49fb-be08-354800e10331" providerId="ADAL" clId="{121B53AA-5904-450E-BBCF-47849682A857}" dt="2026-07-24T19:12:24.618" v="2586" actId="790"/>
          <ac:spMkLst>
            <pc:docMk/>
            <pc:sldMk cId="3261124143" sldId="288"/>
            <ac:spMk id="60" creationId="{4A317CE7-D37C-9F55-6452-3FEEE834C876}"/>
          </ac:spMkLst>
        </pc:spChg>
        <pc:spChg chg="add mod topLvl">
          <ac:chgData name="Everton Maica Bedusco" userId="8b13f2a2-34a0-49fb-be08-354800e10331" providerId="ADAL" clId="{121B53AA-5904-450E-BBCF-47849682A857}" dt="2026-07-27T13:52:05.390" v="3391" actId="790"/>
          <ac:spMkLst>
            <pc:docMk/>
            <pc:sldMk cId="3261124143" sldId="288"/>
            <ac:spMk id="62" creationId="{6F6AD355-24E4-78A6-26A8-AF7CA6946F9F}"/>
          </ac:spMkLst>
        </pc:spChg>
        <pc:spChg chg="add mod">
          <ac:chgData name="Everton Maica Bedusco" userId="8b13f2a2-34a0-49fb-be08-354800e10331" providerId="ADAL" clId="{121B53AA-5904-450E-BBCF-47849682A857}" dt="2026-07-27T13:56:42.232" v="3478" actId="20577"/>
          <ac:spMkLst>
            <pc:docMk/>
            <pc:sldMk cId="3261124143" sldId="288"/>
            <ac:spMk id="66" creationId="{A6625C7C-8792-27AC-D88B-CC49ED4F65E5}"/>
          </ac:spMkLst>
        </pc:spChg>
        <pc:spChg chg="add mod">
          <ac:chgData name="Everton Maica Bedusco" userId="8b13f2a2-34a0-49fb-be08-354800e10331" providerId="ADAL" clId="{121B53AA-5904-450E-BBCF-47849682A857}" dt="2026-07-30T17:45:43.619" v="4135" actId="790"/>
          <ac:spMkLst>
            <pc:docMk/>
            <pc:sldMk cId="3261124143" sldId="288"/>
            <ac:spMk id="68" creationId="{9ADBF34F-9829-61EE-7468-7687BAE31A47}"/>
          </ac:spMkLst>
        </pc:spChg>
        <pc:picChg chg="add mod">
          <ac:chgData name="Everton Maica Bedusco" userId="8b13f2a2-34a0-49fb-be08-354800e10331" providerId="ADAL" clId="{121B53AA-5904-450E-BBCF-47849682A857}" dt="2026-07-24T14:57:50.151" v="1506" actId="1076"/>
          <ac:picMkLst>
            <pc:docMk/>
            <pc:sldMk cId="3261124143" sldId="288"/>
            <ac:picMk id="64" creationId="{13CC4945-E706-4307-5BD7-9E3077C041DA}"/>
          </ac:picMkLst>
        </pc:picChg>
        <pc:picChg chg="add mod modCrop">
          <ac:chgData name="Everton Maica Bedusco" userId="8b13f2a2-34a0-49fb-be08-354800e10331" providerId="ADAL" clId="{121B53AA-5904-450E-BBCF-47849682A857}" dt="2026-07-24T16:23:09.633" v="1508" actId="1076"/>
          <ac:picMkLst>
            <pc:docMk/>
            <pc:sldMk cId="3261124143" sldId="288"/>
            <ac:picMk id="70" creationId="{62E65AC4-583B-1E9C-F7D8-97F755A31209}"/>
          </ac:picMkLst>
        </pc:picChg>
        <pc:picChg chg="add mod ord modCrop">
          <ac:chgData name="Everton Maica Bedusco" userId="8b13f2a2-34a0-49fb-be08-354800e10331" providerId="ADAL" clId="{121B53AA-5904-450E-BBCF-47849682A857}" dt="2026-07-24T14:55:29.862" v="1481" actId="1076"/>
          <ac:picMkLst>
            <pc:docMk/>
            <pc:sldMk cId="3261124143" sldId="288"/>
            <ac:picMk id="75" creationId="{6C7B2192-C565-450F-ABD2-C94BA42173D3}"/>
          </ac:picMkLst>
        </pc:picChg>
        <pc:picChg chg="add mod">
          <ac:chgData name="Everton Maica Bedusco" userId="8b13f2a2-34a0-49fb-be08-354800e10331" providerId="ADAL" clId="{121B53AA-5904-450E-BBCF-47849682A857}" dt="2026-07-24T16:24:00.135" v="1516" actId="688"/>
          <ac:picMkLst>
            <pc:docMk/>
            <pc:sldMk cId="3261124143" sldId="288"/>
            <ac:picMk id="77" creationId="{E9B31E8A-4F02-A4E1-CDA2-CAAE314B91E5}"/>
          </ac:picMkLst>
        </pc:picChg>
        <pc:picChg chg="add mod">
          <ac:chgData name="Everton Maica Bedusco" userId="8b13f2a2-34a0-49fb-be08-354800e10331" providerId="ADAL" clId="{121B53AA-5904-450E-BBCF-47849682A857}" dt="2026-07-24T16:24:10.434" v="1521" actId="688"/>
          <ac:picMkLst>
            <pc:docMk/>
            <pc:sldMk cId="3261124143" sldId="288"/>
            <ac:picMk id="79" creationId="{0392F6D3-ECB5-EAB5-C7F1-4545B62B15EC}"/>
          </ac:picMkLst>
        </pc:picChg>
      </pc:sldChg>
      <pc:sldChg chg="addSp delSp modSp new mod">
        <pc:chgData name="Everton Maica Bedusco" userId="8b13f2a2-34a0-49fb-be08-354800e10331" providerId="ADAL" clId="{121B53AA-5904-450E-BBCF-47849682A857}" dt="2026-07-30T17:45:43.619" v="4135" actId="790"/>
        <pc:sldMkLst>
          <pc:docMk/>
          <pc:sldMk cId="60189103" sldId="289"/>
        </pc:sldMkLst>
        <pc:spChg chg="mod">
          <ac:chgData name="Everton Maica Bedusco" userId="8b13f2a2-34a0-49fb-be08-354800e10331" providerId="ADAL" clId="{121B53AA-5904-450E-BBCF-47849682A857}" dt="2026-07-30T17:45:43.619" v="4135" actId="790"/>
          <ac:spMkLst>
            <pc:docMk/>
            <pc:sldMk cId="60189103" sldId="289"/>
            <ac:spMk id="2" creationId="{F0219843-8352-B688-9C19-1CE6C43F731D}"/>
          </ac:spMkLst>
        </pc:spChg>
        <pc:spChg chg="add mod">
          <ac:chgData name="Everton Maica Bedusco" userId="8b13f2a2-34a0-49fb-be08-354800e10331" providerId="ADAL" clId="{121B53AA-5904-450E-BBCF-47849682A857}" dt="2026-07-30T17:45:43.619" v="4135" actId="790"/>
          <ac:spMkLst>
            <pc:docMk/>
            <pc:sldMk cId="60189103" sldId="289"/>
            <ac:spMk id="4" creationId="{D18436F6-A6BC-4BD9-92A0-090928CB3AF0}"/>
          </ac:spMkLst>
        </pc:spChg>
        <pc:spChg chg="add mod">
          <ac:chgData name="Everton Maica Bedusco" userId="8b13f2a2-34a0-49fb-be08-354800e10331" providerId="ADAL" clId="{121B53AA-5904-450E-BBCF-47849682A857}" dt="2026-07-30T17:45:43.619" v="4135" actId="790"/>
          <ac:spMkLst>
            <pc:docMk/>
            <pc:sldMk cId="60189103" sldId="289"/>
            <ac:spMk id="5" creationId="{4E55CC0A-0444-9C39-A6ED-3FE222064DE9}"/>
          </ac:spMkLst>
        </pc:spChg>
        <pc:spChg chg="add mod">
          <ac:chgData name="Everton Maica Bedusco" userId="8b13f2a2-34a0-49fb-be08-354800e10331" providerId="ADAL" clId="{121B53AA-5904-450E-BBCF-47849682A857}" dt="2026-07-30T17:45:43.619" v="4135" actId="790"/>
          <ac:spMkLst>
            <pc:docMk/>
            <pc:sldMk cId="60189103" sldId="289"/>
            <ac:spMk id="7" creationId="{CB90CC62-DD38-1884-3CF4-CE1F2ABD0D29}"/>
          </ac:spMkLst>
        </pc:spChg>
        <pc:spChg chg="add mod">
          <ac:chgData name="Everton Maica Bedusco" userId="8b13f2a2-34a0-49fb-be08-354800e10331" providerId="ADAL" clId="{121B53AA-5904-450E-BBCF-47849682A857}" dt="2026-07-30T17:45:43.619" v="4135" actId="790"/>
          <ac:spMkLst>
            <pc:docMk/>
            <pc:sldMk cId="60189103" sldId="289"/>
            <ac:spMk id="9" creationId="{1E2F8452-8076-8D3D-E95D-97727AB8BB1F}"/>
          </ac:spMkLst>
        </pc:spChg>
        <pc:picChg chg="add mod">
          <ac:chgData name="Everton Maica Bedusco" userId="8b13f2a2-34a0-49fb-be08-354800e10331" providerId="ADAL" clId="{121B53AA-5904-450E-BBCF-47849682A857}" dt="2026-07-24T16:51:59.548" v="1537" actId="1440"/>
          <ac:picMkLst>
            <pc:docMk/>
            <pc:sldMk cId="60189103" sldId="289"/>
            <ac:picMk id="3" creationId="{24654A44-0476-458C-F45F-0F1B9785779B}"/>
          </ac:picMkLst>
        </pc:picChg>
        <pc:picChg chg="add mod">
          <ac:chgData name="Everton Maica Bedusco" userId="8b13f2a2-34a0-49fb-be08-354800e10331" providerId="ADAL" clId="{121B53AA-5904-450E-BBCF-47849682A857}" dt="2026-07-24T18:23:23.242" v="2184" actId="1076"/>
          <ac:picMkLst>
            <pc:docMk/>
            <pc:sldMk cId="60189103" sldId="289"/>
            <ac:picMk id="11" creationId="{ABF22C10-A465-7DDF-2CF2-A6C885EFC589}"/>
          </ac:picMkLst>
        </pc:picChg>
        <pc:picChg chg="add mod">
          <ac:chgData name="Everton Maica Bedusco" userId="8b13f2a2-34a0-49fb-be08-354800e10331" providerId="ADAL" clId="{121B53AA-5904-450E-BBCF-47849682A857}" dt="2026-07-24T17:07:27.243" v="1674" actId="1076"/>
          <ac:picMkLst>
            <pc:docMk/>
            <pc:sldMk cId="60189103" sldId="289"/>
            <ac:picMk id="18" creationId="{4CC6D314-5F63-456C-A58E-62CEA9415C6A}"/>
          </ac:picMkLst>
        </pc:picChg>
        <pc:picChg chg="add mod">
          <ac:chgData name="Everton Maica Bedusco" userId="8b13f2a2-34a0-49fb-be08-354800e10331" providerId="ADAL" clId="{121B53AA-5904-450E-BBCF-47849682A857}" dt="2026-07-24T17:07:27.243" v="1674" actId="1076"/>
          <ac:picMkLst>
            <pc:docMk/>
            <pc:sldMk cId="60189103" sldId="289"/>
            <ac:picMk id="20" creationId="{356E4FC0-0A12-7470-E7CC-714AFBD60B67}"/>
          </ac:picMkLst>
        </pc:picChg>
        <pc:picChg chg="add mod">
          <ac:chgData name="Everton Maica Bedusco" userId="8b13f2a2-34a0-49fb-be08-354800e10331" providerId="ADAL" clId="{121B53AA-5904-450E-BBCF-47849682A857}" dt="2026-07-24T17:07:27.243" v="1674" actId="1076"/>
          <ac:picMkLst>
            <pc:docMk/>
            <pc:sldMk cId="60189103" sldId="289"/>
            <ac:picMk id="22" creationId="{250A754F-55C7-45AE-5EB8-97BE577BF920}"/>
          </ac:picMkLst>
        </pc:picChg>
        <pc:picChg chg="add mod">
          <ac:chgData name="Everton Maica Bedusco" userId="8b13f2a2-34a0-49fb-be08-354800e10331" providerId="ADAL" clId="{121B53AA-5904-450E-BBCF-47849682A857}" dt="2026-07-24T17:07:27.243" v="1674" actId="1076"/>
          <ac:picMkLst>
            <pc:docMk/>
            <pc:sldMk cId="60189103" sldId="289"/>
            <ac:picMk id="24" creationId="{07E0ECEF-C16F-9E3B-263A-50F390BBEF22}"/>
          </ac:picMkLst>
        </pc:picChg>
        <pc:picChg chg="add mod">
          <ac:chgData name="Everton Maica Bedusco" userId="8b13f2a2-34a0-49fb-be08-354800e10331" providerId="ADAL" clId="{121B53AA-5904-450E-BBCF-47849682A857}" dt="2026-07-24T17:07:27.243" v="1674" actId="1076"/>
          <ac:picMkLst>
            <pc:docMk/>
            <pc:sldMk cId="60189103" sldId="289"/>
            <ac:picMk id="26" creationId="{F71C7ABE-3BC0-8C3B-9F5E-3EE61791D2C3}"/>
          </ac:picMkLst>
        </pc:picChg>
      </pc:sldChg>
      <pc:sldChg chg="addSp delSp modSp new mod modClrScheme chgLayout">
        <pc:chgData name="Everton Maica Bedusco" userId="8b13f2a2-34a0-49fb-be08-354800e10331" providerId="ADAL" clId="{121B53AA-5904-450E-BBCF-47849682A857}" dt="2026-07-30T17:45:43.619" v="4135" actId="790"/>
        <pc:sldMkLst>
          <pc:docMk/>
          <pc:sldMk cId="3388073652" sldId="290"/>
        </pc:sldMkLst>
        <pc:spChg chg="mod ord">
          <ac:chgData name="Everton Maica Bedusco" userId="8b13f2a2-34a0-49fb-be08-354800e10331" providerId="ADAL" clId="{121B53AA-5904-450E-BBCF-47849682A857}" dt="2026-07-30T17:45:43.619" v="4135" actId="790"/>
          <ac:spMkLst>
            <pc:docMk/>
            <pc:sldMk cId="3388073652" sldId="290"/>
            <ac:spMk id="2" creationId="{F394C744-C333-0E6C-E317-A707B59AE9A0}"/>
          </ac:spMkLst>
        </pc:spChg>
        <pc:spChg chg="add mod">
          <ac:chgData name="Everton Maica Bedusco" userId="8b13f2a2-34a0-49fb-be08-354800e10331" providerId="ADAL" clId="{121B53AA-5904-450E-BBCF-47849682A857}" dt="2026-07-30T17:45:43.619" v="4135" actId="790"/>
          <ac:spMkLst>
            <pc:docMk/>
            <pc:sldMk cId="3388073652" sldId="290"/>
            <ac:spMk id="16" creationId="{9F317300-B6EB-93E3-E6C2-FC05801B71C9}"/>
          </ac:spMkLst>
        </pc:spChg>
        <pc:spChg chg="mod">
          <ac:chgData name="Everton Maica Bedusco" userId="8b13f2a2-34a0-49fb-be08-354800e10331" providerId="ADAL" clId="{121B53AA-5904-450E-BBCF-47849682A857}" dt="2026-07-30T17:45:43.619" v="4135" actId="790"/>
          <ac:spMkLst>
            <pc:docMk/>
            <pc:sldMk cId="3388073652" sldId="290"/>
            <ac:spMk id="28" creationId="{198D65D7-1C79-B2E4-0B5D-D24BACA3CF98}"/>
          </ac:spMkLst>
        </pc:spChg>
        <pc:spChg chg="add mod">
          <ac:chgData name="Everton Maica Bedusco" userId="8b13f2a2-34a0-49fb-be08-354800e10331" providerId="ADAL" clId="{121B53AA-5904-450E-BBCF-47849682A857}" dt="2026-07-30T17:45:43.619" v="4135" actId="790"/>
          <ac:spMkLst>
            <pc:docMk/>
            <pc:sldMk cId="3388073652" sldId="290"/>
            <ac:spMk id="30" creationId="{ABC0343B-0318-F11D-1C4C-7BE1B79CE0AA}"/>
          </ac:spMkLst>
        </pc:spChg>
        <pc:picChg chg="add del mod ord topLvl modCrop">
          <ac:chgData name="Everton Maica Bedusco" userId="8b13f2a2-34a0-49fb-be08-354800e10331" providerId="ADAL" clId="{121B53AA-5904-450E-BBCF-47849682A857}" dt="2026-07-24T18:13:15.993" v="1944" actId="1076"/>
          <ac:picMkLst>
            <pc:docMk/>
            <pc:sldMk cId="3388073652" sldId="290"/>
            <ac:picMk id="4" creationId="{034DAE75-47FC-2AD6-0EF6-D63B79525E89}"/>
          </ac:picMkLst>
        </pc:picChg>
        <pc:picChg chg="add mod">
          <ac:chgData name="Everton Maica Bedusco" userId="8b13f2a2-34a0-49fb-be08-354800e10331" providerId="ADAL" clId="{121B53AA-5904-450E-BBCF-47849682A857}" dt="2026-07-24T18:17:34.131" v="2141" actId="1076"/>
          <ac:picMkLst>
            <pc:docMk/>
            <pc:sldMk cId="3388073652" sldId="290"/>
            <ac:picMk id="10" creationId="{DD1E053A-E09F-7A0B-3C74-4D53F0B4591A}"/>
          </ac:picMkLst>
        </pc:picChg>
        <pc:picChg chg="add mod">
          <ac:chgData name="Everton Maica Bedusco" userId="8b13f2a2-34a0-49fb-be08-354800e10331" providerId="ADAL" clId="{121B53AA-5904-450E-BBCF-47849682A857}" dt="2026-07-24T18:17:23.746" v="2139" actId="1076"/>
          <ac:picMkLst>
            <pc:docMk/>
            <pc:sldMk cId="3388073652" sldId="290"/>
            <ac:picMk id="12" creationId="{44A50D95-AE64-6A87-0D1D-D587561A9245}"/>
          </ac:picMkLst>
        </pc:picChg>
        <pc:picChg chg="add mod">
          <ac:chgData name="Everton Maica Bedusco" userId="8b13f2a2-34a0-49fb-be08-354800e10331" providerId="ADAL" clId="{121B53AA-5904-450E-BBCF-47849682A857}" dt="2026-07-24T18:17:15.326" v="2136" actId="1076"/>
          <ac:picMkLst>
            <pc:docMk/>
            <pc:sldMk cId="3388073652" sldId="290"/>
            <ac:picMk id="14" creationId="{33252104-972B-2870-A8EB-36F947188D79}"/>
          </ac:picMkLst>
        </pc:picChg>
        <pc:picChg chg="add mod ord">
          <ac:chgData name="Everton Maica Bedusco" userId="8b13f2a2-34a0-49fb-be08-354800e10331" providerId="ADAL" clId="{121B53AA-5904-450E-BBCF-47849682A857}" dt="2026-07-24T18:16:41.151" v="2112" actId="1076"/>
          <ac:picMkLst>
            <pc:docMk/>
            <pc:sldMk cId="3388073652" sldId="290"/>
            <ac:picMk id="18" creationId="{C6028E85-5E64-9702-2618-0D702C109D61}"/>
          </ac:picMkLst>
        </pc:picChg>
      </pc:sldChg>
      <pc:sldChg chg="addSp delSp modSp new mod">
        <pc:chgData name="Everton Maica Bedusco" userId="8b13f2a2-34a0-49fb-be08-354800e10331" providerId="ADAL" clId="{121B53AA-5904-450E-BBCF-47849682A857}" dt="2026-07-30T18:04:53.210" v="4483" actId="14100"/>
        <pc:sldMkLst>
          <pc:docMk/>
          <pc:sldMk cId="3164153894" sldId="291"/>
        </pc:sldMkLst>
        <pc:spChg chg="mod">
          <ac:chgData name="Everton Maica Bedusco" userId="8b13f2a2-34a0-49fb-be08-354800e10331" providerId="ADAL" clId="{121B53AA-5904-450E-BBCF-47849682A857}" dt="2026-07-30T18:04:22.818" v="4465" actId="20577"/>
          <ac:spMkLst>
            <pc:docMk/>
            <pc:sldMk cId="3164153894" sldId="291"/>
            <ac:spMk id="2" creationId="{7A808BC2-BBA6-A1BE-6DE5-04901496BBF6}"/>
          </ac:spMkLst>
        </pc:spChg>
        <pc:spChg chg="add mod">
          <ac:chgData name="Everton Maica Bedusco" userId="8b13f2a2-34a0-49fb-be08-354800e10331" providerId="ADAL" clId="{121B53AA-5904-450E-BBCF-47849682A857}" dt="2026-07-30T17:59:17.621" v="4345" actId="1036"/>
          <ac:spMkLst>
            <pc:docMk/>
            <pc:sldMk cId="3164153894" sldId="291"/>
            <ac:spMk id="3" creationId="{3D62F3C0-49B6-49A5-C456-86911606D02C}"/>
          </ac:spMkLst>
        </pc:spChg>
        <pc:spChg chg="add mod">
          <ac:chgData name="Everton Maica Bedusco" userId="8b13f2a2-34a0-49fb-be08-354800e10331" providerId="ADAL" clId="{121B53AA-5904-450E-BBCF-47849682A857}" dt="2026-07-30T18:04:42.755" v="4482" actId="1035"/>
          <ac:spMkLst>
            <pc:docMk/>
            <pc:sldMk cId="3164153894" sldId="291"/>
            <ac:spMk id="4" creationId="{541B6F5B-AE17-C405-B309-C5040E022FF8}"/>
          </ac:spMkLst>
        </pc:spChg>
        <pc:spChg chg="add mod">
          <ac:chgData name="Everton Maica Bedusco" userId="8b13f2a2-34a0-49fb-be08-354800e10331" providerId="ADAL" clId="{121B53AA-5904-450E-BBCF-47849682A857}" dt="2026-07-30T18:04:42.755" v="4482" actId="1035"/>
          <ac:spMkLst>
            <pc:docMk/>
            <pc:sldMk cId="3164153894" sldId="291"/>
            <ac:spMk id="5" creationId="{0F8B7AF3-54A3-A3C7-C3D1-70D770190CA5}"/>
          </ac:spMkLst>
        </pc:spChg>
        <pc:spChg chg="add mod">
          <ac:chgData name="Everton Maica Bedusco" userId="8b13f2a2-34a0-49fb-be08-354800e10331" providerId="ADAL" clId="{121B53AA-5904-450E-BBCF-47849682A857}" dt="2026-07-30T18:03:56.788" v="4452" actId="1036"/>
          <ac:spMkLst>
            <pc:docMk/>
            <pc:sldMk cId="3164153894" sldId="291"/>
            <ac:spMk id="6" creationId="{A953B29B-20D7-ACAD-B3F2-F700850ACE63}"/>
          </ac:spMkLst>
        </pc:spChg>
        <pc:spChg chg="add mod">
          <ac:chgData name="Everton Maica Bedusco" userId="8b13f2a2-34a0-49fb-be08-354800e10331" providerId="ADAL" clId="{121B53AA-5904-450E-BBCF-47849682A857}" dt="2026-07-30T18:04:42.755" v="4482" actId="1035"/>
          <ac:spMkLst>
            <pc:docMk/>
            <pc:sldMk cId="3164153894" sldId="291"/>
            <ac:spMk id="8" creationId="{873A0890-8731-FE6C-1D79-1F7642DF1DA2}"/>
          </ac:spMkLst>
        </pc:spChg>
        <pc:spChg chg="add mod">
          <ac:chgData name="Everton Maica Bedusco" userId="8b13f2a2-34a0-49fb-be08-354800e10331" providerId="ADAL" clId="{121B53AA-5904-450E-BBCF-47849682A857}" dt="2026-07-30T18:04:42.755" v="4482" actId="1035"/>
          <ac:spMkLst>
            <pc:docMk/>
            <pc:sldMk cId="3164153894" sldId="291"/>
            <ac:spMk id="9" creationId="{A7494311-47F9-C2FC-5F38-A7D15E6D2955}"/>
          </ac:spMkLst>
        </pc:spChg>
        <pc:spChg chg="add mod">
          <ac:chgData name="Everton Maica Bedusco" userId="8b13f2a2-34a0-49fb-be08-354800e10331" providerId="ADAL" clId="{121B53AA-5904-450E-BBCF-47849682A857}" dt="2026-07-30T18:04:42.755" v="4482" actId="1035"/>
          <ac:spMkLst>
            <pc:docMk/>
            <pc:sldMk cId="3164153894" sldId="291"/>
            <ac:spMk id="10" creationId="{AAB2A752-ED55-30D4-A187-6F29B40C2055}"/>
          </ac:spMkLst>
        </pc:spChg>
        <pc:spChg chg="add mod">
          <ac:chgData name="Everton Maica Bedusco" userId="8b13f2a2-34a0-49fb-be08-354800e10331" providerId="ADAL" clId="{121B53AA-5904-450E-BBCF-47849682A857}" dt="2026-07-30T18:02:27.958" v="4386" actId="1038"/>
          <ac:spMkLst>
            <pc:docMk/>
            <pc:sldMk cId="3164153894" sldId="291"/>
            <ac:spMk id="12" creationId="{79C2ED1B-25C0-DD4F-4C91-D0A17CE82136}"/>
          </ac:spMkLst>
        </pc:spChg>
        <pc:spChg chg="mod">
          <ac:chgData name="Everton Maica Bedusco" userId="8b13f2a2-34a0-49fb-be08-354800e10331" providerId="ADAL" clId="{121B53AA-5904-450E-BBCF-47849682A857}" dt="2026-07-30T17:45:43.619" v="4135" actId="790"/>
          <ac:spMkLst>
            <pc:docMk/>
            <pc:sldMk cId="3164153894" sldId="291"/>
            <ac:spMk id="13" creationId="{F08FF41F-7E9C-3309-CA0C-DB9B9A53BDE7}"/>
          </ac:spMkLst>
        </pc:spChg>
        <pc:spChg chg="add mod">
          <ac:chgData name="Everton Maica Bedusco" userId="8b13f2a2-34a0-49fb-be08-354800e10331" providerId="ADAL" clId="{121B53AA-5904-450E-BBCF-47849682A857}" dt="2026-07-30T18:04:42.755" v="4482" actId="1035"/>
          <ac:spMkLst>
            <pc:docMk/>
            <pc:sldMk cId="3164153894" sldId="291"/>
            <ac:spMk id="14" creationId="{3206A059-DF17-54BD-BB91-9E504E61530D}"/>
          </ac:spMkLst>
        </pc:spChg>
        <pc:spChg chg="add mod">
          <ac:chgData name="Everton Maica Bedusco" userId="8b13f2a2-34a0-49fb-be08-354800e10331" providerId="ADAL" clId="{121B53AA-5904-450E-BBCF-47849682A857}" dt="2026-07-30T18:04:42.755" v="4482" actId="1035"/>
          <ac:spMkLst>
            <pc:docMk/>
            <pc:sldMk cId="3164153894" sldId="291"/>
            <ac:spMk id="16" creationId="{32B367C7-456B-5E7F-D731-7DD3C00EF004}"/>
          </ac:spMkLst>
        </pc:spChg>
        <pc:spChg chg="add mod">
          <ac:chgData name="Everton Maica Bedusco" userId="8b13f2a2-34a0-49fb-be08-354800e10331" providerId="ADAL" clId="{121B53AA-5904-450E-BBCF-47849682A857}" dt="2026-07-30T18:04:42.755" v="4482" actId="1035"/>
          <ac:spMkLst>
            <pc:docMk/>
            <pc:sldMk cId="3164153894" sldId="291"/>
            <ac:spMk id="18" creationId="{E8F8A210-536F-D6D6-B24A-8375BD21E4DF}"/>
          </ac:spMkLst>
        </pc:spChg>
        <pc:spChg chg="add mod">
          <ac:chgData name="Everton Maica Bedusco" userId="8b13f2a2-34a0-49fb-be08-354800e10331" providerId="ADAL" clId="{121B53AA-5904-450E-BBCF-47849682A857}" dt="2026-07-30T18:03:02.556" v="4416" actId="1038"/>
          <ac:spMkLst>
            <pc:docMk/>
            <pc:sldMk cId="3164153894" sldId="291"/>
            <ac:spMk id="20" creationId="{AD72B988-172B-2917-B8DD-A49F5CC0BCF0}"/>
          </ac:spMkLst>
        </pc:spChg>
        <pc:spChg chg="add mod">
          <ac:chgData name="Everton Maica Bedusco" userId="8b13f2a2-34a0-49fb-be08-354800e10331" providerId="ADAL" clId="{121B53AA-5904-450E-BBCF-47849682A857}" dt="2026-07-30T18:03:02.556" v="4416" actId="1038"/>
          <ac:spMkLst>
            <pc:docMk/>
            <pc:sldMk cId="3164153894" sldId="291"/>
            <ac:spMk id="22" creationId="{E4C6915F-228F-3210-2FD0-4782C27A745D}"/>
          </ac:spMkLst>
        </pc:spChg>
        <pc:spChg chg="add mod">
          <ac:chgData name="Everton Maica Bedusco" userId="8b13f2a2-34a0-49fb-be08-354800e10331" providerId="ADAL" clId="{121B53AA-5904-450E-BBCF-47849682A857}" dt="2026-07-30T17:55:45.279" v="4161" actId="164"/>
          <ac:spMkLst>
            <pc:docMk/>
            <pc:sldMk cId="3164153894" sldId="291"/>
            <ac:spMk id="23" creationId="{59D09B0F-A0C9-1796-7EB6-053755CA73AF}"/>
          </ac:spMkLst>
        </pc:spChg>
        <pc:spChg chg="add mod">
          <ac:chgData name="Everton Maica Bedusco" userId="8b13f2a2-34a0-49fb-be08-354800e10331" providerId="ADAL" clId="{121B53AA-5904-450E-BBCF-47849682A857}" dt="2026-07-30T18:04:42.755" v="4482" actId="1035"/>
          <ac:spMkLst>
            <pc:docMk/>
            <pc:sldMk cId="3164153894" sldId="291"/>
            <ac:spMk id="24" creationId="{975CBD17-F9D3-4D52-A636-80167BD21492}"/>
          </ac:spMkLst>
        </pc:spChg>
        <pc:spChg chg="add mod">
          <ac:chgData name="Everton Maica Bedusco" userId="8b13f2a2-34a0-49fb-be08-354800e10331" providerId="ADAL" clId="{121B53AA-5904-450E-BBCF-47849682A857}" dt="2026-07-30T18:04:42.755" v="4482" actId="1035"/>
          <ac:spMkLst>
            <pc:docMk/>
            <pc:sldMk cId="3164153894" sldId="291"/>
            <ac:spMk id="26" creationId="{3842C4BB-D8E4-9EB4-BE5B-583424D7219E}"/>
          </ac:spMkLst>
        </pc:spChg>
        <pc:spChg chg="add mod ord">
          <ac:chgData name="Everton Maica Bedusco" userId="8b13f2a2-34a0-49fb-be08-354800e10331" providerId="ADAL" clId="{121B53AA-5904-450E-BBCF-47849682A857}" dt="2026-07-30T18:02:14.351" v="4346" actId="122"/>
          <ac:spMkLst>
            <pc:docMk/>
            <pc:sldMk cId="3164153894" sldId="291"/>
            <ac:spMk id="34" creationId="{7F959C93-D640-8DC8-0D24-277906BFCB28}"/>
          </ac:spMkLst>
        </pc:spChg>
        <pc:spChg chg="add mod">
          <ac:chgData name="Everton Maica Bedusco" userId="8b13f2a2-34a0-49fb-be08-354800e10331" providerId="ADAL" clId="{121B53AA-5904-450E-BBCF-47849682A857}" dt="2026-07-27T13:52:05.390" v="3391" actId="790"/>
          <ac:spMkLst>
            <pc:docMk/>
            <pc:sldMk cId="3164153894" sldId="291"/>
            <ac:spMk id="36" creationId="{64A630E9-E5DE-F460-9A48-AF01B8F523E8}"/>
          </ac:spMkLst>
        </pc:spChg>
        <pc:spChg chg="mod">
          <ac:chgData name="Everton Maica Bedusco" userId="8b13f2a2-34a0-49fb-be08-354800e10331" providerId="ADAL" clId="{121B53AA-5904-450E-BBCF-47849682A857}" dt="2026-07-30T17:45:43.619" v="4135" actId="790"/>
          <ac:spMkLst>
            <pc:docMk/>
            <pc:sldMk cId="3164153894" sldId="291"/>
            <ac:spMk id="40" creationId="{12A8A8A5-F617-F7EC-02D0-F9F42A0DB6ED}"/>
          </ac:spMkLst>
        </pc:spChg>
        <pc:grpChg chg="add mod">
          <ac:chgData name="Everton Maica Bedusco" userId="8b13f2a2-34a0-49fb-be08-354800e10331" providerId="ADAL" clId="{121B53AA-5904-450E-BBCF-47849682A857}" dt="2026-07-30T17:58:42.149" v="4323" actId="1076"/>
          <ac:grpSpMkLst>
            <pc:docMk/>
            <pc:sldMk cId="3164153894" sldId="291"/>
            <ac:grpSpMk id="11" creationId="{50655EC1-62C5-6289-3B78-9A1AE67F52B1}"/>
          </ac:grpSpMkLst>
        </pc:grpChg>
        <pc:grpChg chg="add mod">
          <ac:chgData name="Everton Maica Bedusco" userId="8b13f2a2-34a0-49fb-be08-354800e10331" providerId="ADAL" clId="{121B53AA-5904-450E-BBCF-47849682A857}" dt="2026-07-30T17:56:18.978" v="4183" actId="1076"/>
          <ac:grpSpMkLst>
            <pc:docMk/>
            <pc:sldMk cId="3164153894" sldId="291"/>
            <ac:grpSpMk id="25" creationId="{272ED1A9-F7F7-8D92-763A-78D8F5EC4EE2}"/>
          </ac:grpSpMkLst>
        </pc:grpChg>
        <pc:grpChg chg="add mod">
          <ac:chgData name="Everton Maica Bedusco" userId="8b13f2a2-34a0-49fb-be08-354800e10331" providerId="ADAL" clId="{121B53AA-5904-450E-BBCF-47849682A857}" dt="2026-07-30T18:04:11.262" v="4453" actId="1076"/>
          <ac:grpSpMkLst>
            <pc:docMk/>
            <pc:sldMk cId="3164153894" sldId="291"/>
            <ac:grpSpMk id="37" creationId="{E90BEB0C-4F16-F230-B6EE-B1A119E3A424}"/>
          </ac:grpSpMkLst>
        </pc:grpChg>
        <pc:grpChg chg="add mod">
          <ac:chgData name="Everton Maica Bedusco" userId="8b13f2a2-34a0-49fb-be08-354800e10331" providerId="ADAL" clId="{121B53AA-5904-450E-BBCF-47849682A857}" dt="2026-07-30T18:02:33.251" v="4387" actId="1076"/>
          <ac:grpSpMkLst>
            <pc:docMk/>
            <pc:sldMk cId="3164153894" sldId="291"/>
            <ac:grpSpMk id="38" creationId="{CFEAED30-1137-3216-9152-8701E17B0C8C}"/>
          </ac:grpSpMkLst>
        </pc:grpChg>
        <pc:grpChg chg="add mod">
          <ac:chgData name="Everton Maica Bedusco" userId="8b13f2a2-34a0-49fb-be08-354800e10331" providerId="ADAL" clId="{121B53AA-5904-450E-BBCF-47849682A857}" dt="2026-07-30T18:03:07.839" v="4417" actId="1076"/>
          <ac:grpSpMkLst>
            <pc:docMk/>
            <pc:sldMk cId="3164153894" sldId="291"/>
            <ac:grpSpMk id="39" creationId="{E145DE9E-861A-CDFE-787F-6FA9862239FC}"/>
          </ac:grpSpMkLst>
        </pc:grpChg>
        <pc:picChg chg="mod">
          <ac:chgData name="Everton Maica Bedusco" userId="8b13f2a2-34a0-49fb-be08-354800e10331" providerId="ADAL" clId="{121B53AA-5904-450E-BBCF-47849682A857}" dt="2026-07-30T14:54:07.282" v="4099"/>
          <ac:picMkLst>
            <pc:docMk/>
            <pc:sldMk cId="3164153894" sldId="291"/>
            <ac:picMk id="15" creationId="{0D1FC35F-4C07-140F-5316-F9E1CD7D304D}"/>
          </ac:picMkLst>
        </pc:picChg>
        <pc:picChg chg="add mod ord">
          <ac:chgData name="Everton Maica Bedusco" userId="8b13f2a2-34a0-49fb-be08-354800e10331" providerId="ADAL" clId="{121B53AA-5904-450E-BBCF-47849682A857}" dt="2026-07-30T17:55:45.279" v="4161" actId="164"/>
          <ac:picMkLst>
            <pc:docMk/>
            <pc:sldMk cId="3164153894" sldId="291"/>
            <ac:picMk id="19" creationId="{B295CB7B-DC14-DB00-66C1-00BA60D9B4AB}"/>
          </ac:picMkLst>
        </pc:picChg>
        <pc:picChg chg="add mod ord">
          <ac:chgData name="Everton Maica Bedusco" userId="8b13f2a2-34a0-49fb-be08-354800e10331" providerId="ADAL" clId="{121B53AA-5904-450E-BBCF-47849682A857}" dt="2026-07-30T18:04:53.210" v="4483" actId="14100"/>
          <ac:picMkLst>
            <pc:docMk/>
            <pc:sldMk cId="3164153894" sldId="291"/>
            <ac:picMk id="29" creationId="{945CF2EA-3811-4C62-EAAC-E2468188287A}"/>
          </ac:picMkLst>
        </pc:picChg>
        <pc:picChg chg="add mod ord">
          <ac:chgData name="Everton Maica Bedusco" userId="8b13f2a2-34a0-49fb-be08-354800e10331" providerId="ADAL" clId="{121B53AA-5904-450E-BBCF-47849682A857}" dt="2026-07-24T18:54:15.569" v="2309" actId="164"/>
          <ac:picMkLst>
            <pc:docMk/>
            <pc:sldMk cId="3164153894" sldId="291"/>
            <ac:picMk id="31" creationId="{7DB29438-4918-81F5-7911-EA6F25474C8B}"/>
          </ac:picMkLst>
        </pc:picChg>
        <pc:picChg chg="add mod">
          <ac:chgData name="Everton Maica Bedusco" userId="8b13f2a2-34a0-49fb-be08-354800e10331" providerId="ADAL" clId="{121B53AA-5904-450E-BBCF-47849682A857}" dt="2026-07-24T18:54:31.148" v="2313" actId="164"/>
          <ac:picMkLst>
            <pc:docMk/>
            <pc:sldMk cId="3164153894" sldId="291"/>
            <ac:picMk id="33" creationId="{44C909AB-DDAE-948A-497E-B6B2B9630DDE}"/>
          </ac:picMkLst>
        </pc:picChg>
        <pc:picChg chg="mod">
          <ac:chgData name="Everton Maica Bedusco" userId="8b13f2a2-34a0-49fb-be08-354800e10331" providerId="ADAL" clId="{121B53AA-5904-450E-BBCF-47849682A857}" dt="2026-07-24T18:58:04.830" v="2357"/>
          <ac:picMkLst>
            <pc:docMk/>
            <pc:sldMk cId="3164153894" sldId="291"/>
            <ac:picMk id="41" creationId="{AEDF5906-53B1-F86C-0F46-B509E65BEA74}"/>
          </ac:picMkLst>
        </pc:picChg>
      </pc:sldChg>
      <pc:sldChg chg="addSp delSp modSp new mod">
        <pc:chgData name="Everton Maica Bedusco" userId="8b13f2a2-34a0-49fb-be08-354800e10331" providerId="ADAL" clId="{121B53AA-5904-450E-BBCF-47849682A857}" dt="2026-07-30T17:45:43.619" v="4135" actId="790"/>
        <pc:sldMkLst>
          <pc:docMk/>
          <pc:sldMk cId="444335267" sldId="292"/>
        </pc:sldMkLst>
        <pc:spChg chg="mod">
          <ac:chgData name="Everton Maica Bedusco" userId="8b13f2a2-34a0-49fb-be08-354800e10331" providerId="ADAL" clId="{121B53AA-5904-450E-BBCF-47849682A857}" dt="2026-07-30T17:45:43.619" v="4135" actId="790"/>
          <ac:spMkLst>
            <pc:docMk/>
            <pc:sldMk cId="444335267" sldId="292"/>
            <ac:spMk id="2" creationId="{BC1E4B74-4120-D2DD-ABCF-6F6814E1FE1A}"/>
          </ac:spMkLst>
        </pc:spChg>
        <pc:graphicFrameChg chg="add mod modGraphic">
          <ac:chgData name="Everton Maica Bedusco" userId="8b13f2a2-34a0-49fb-be08-354800e10331" providerId="ADAL" clId="{121B53AA-5904-450E-BBCF-47849682A857}" dt="2026-07-30T17:45:43.619" v="4135" actId="790"/>
          <ac:graphicFrameMkLst>
            <pc:docMk/>
            <pc:sldMk cId="444335267" sldId="292"/>
            <ac:graphicFrameMk id="3" creationId="{E7E1FF62-19EE-AEE5-6E6C-381B884ABC65}"/>
          </ac:graphicFrameMkLst>
        </pc:graphicFrameChg>
      </pc:sldChg>
      <pc:sldChg chg="modSp mod">
        <pc:chgData name="Everton Maica Bedusco" userId="8b13f2a2-34a0-49fb-be08-354800e10331" providerId="ADAL" clId="{121B53AA-5904-450E-BBCF-47849682A857}" dt="2026-07-30T17:45:43.619" v="4135" actId="790"/>
        <pc:sldMkLst>
          <pc:docMk/>
          <pc:sldMk cId="3476125845" sldId="2147481882"/>
        </pc:sldMkLst>
        <pc:spChg chg="mod">
          <ac:chgData name="Everton Maica Bedusco" userId="8b13f2a2-34a0-49fb-be08-354800e10331" providerId="ADAL" clId="{121B53AA-5904-450E-BBCF-47849682A857}" dt="2026-07-27T13:20:51.400" v="3165" actId="790"/>
          <ac:spMkLst>
            <pc:docMk/>
            <pc:sldMk cId="3476125845" sldId="2147481882"/>
            <ac:spMk id="2" creationId="{9850DE9B-88F7-6F51-6A3F-FAA4BA7949FC}"/>
          </ac:spMkLst>
        </pc:spChg>
        <pc:spChg chg="mod">
          <ac:chgData name="Everton Maica Bedusco" userId="8b13f2a2-34a0-49fb-be08-354800e10331" providerId="ADAL" clId="{121B53AA-5904-450E-BBCF-47849682A857}" dt="2026-07-27T14:01:05.995" v="3670" actId="2711"/>
          <ac:spMkLst>
            <pc:docMk/>
            <pc:sldMk cId="3476125845" sldId="2147481882"/>
            <ac:spMk id="6" creationId="{73E74FFD-7CE2-9C91-4AC5-DA4E7879C713}"/>
          </ac:spMkLst>
        </pc:spChg>
        <pc:spChg chg="mod">
          <ac:chgData name="Everton Maica Bedusco" userId="8b13f2a2-34a0-49fb-be08-354800e10331" providerId="ADAL" clId="{121B53AA-5904-450E-BBCF-47849682A857}" dt="2026-07-30T17:45:43.619" v="4135" actId="790"/>
          <ac:spMkLst>
            <pc:docMk/>
            <pc:sldMk cId="3476125845" sldId="2147481882"/>
            <ac:spMk id="7" creationId="{EBFD3584-74FE-824A-F1AC-9C89E14E4C58}"/>
          </ac:spMkLst>
        </pc:spChg>
        <pc:spChg chg="mod">
          <ac:chgData name="Everton Maica Bedusco" userId="8b13f2a2-34a0-49fb-be08-354800e10331" providerId="ADAL" clId="{121B53AA-5904-450E-BBCF-47849682A857}" dt="2026-07-27T14:01:05.995" v="3670" actId="2711"/>
          <ac:spMkLst>
            <pc:docMk/>
            <pc:sldMk cId="3476125845" sldId="2147481882"/>
            <ac:spMk id="10" creationId="{EF483F74-78F6-5A3F-1FDC-1BD2DD20A561}"/>
          </ac:spMkLst>
        </pc:spChg>
        <pc:spChg chg="mod">
          <ac:chgData name="Everton Maica Bedusco" userId="8b13f2a2-34a0-49fb-be08-354800e10331" providerId="ADAL" clId="{121B53AA-5904-450E-BBCF-47849682A857}" dt="2026-07-27T16:48:55.222" v="3710" actId="404"/>
          <ac:spMkLst>
            <pc:docMk/>
            <pc:sldMk cId="3476125845" sldId="2147481882"/>
            <ac:spMk id="11" creationId="{FBC92ED0-CA9F-9CDD-6317-48497756C70A}"/>
          </ac:spMkLst>
        </pc:spChg>
        <pc:spChg chg="mod">
          <ac:chgData name="Everton Maica Bedusco" userId="8b13f2a2-34a0-49fb-be08-354800e10331" providerId="ADAL" clId="{121B53AA-5904-450E-BBCF-47849682A857}" dt="2026-07-27T14:01:05.995" v="3670" actId="2711"/>
          <ac:spMkLst>
            <pc:docMk/>
            <pc:sldMk cId="3476125845" sldId="2147481882"/>
            <ac:spMk id="17" creationId="{7AE77D6B-9733-F47B-A2A3-D3F2F5423E17}"/>
          </ac:spMkLst>
        </pc:spChg>
        <pc:spChg chg="mod">
          <ac:chgData name="Everton Maica Bedusco" userId="8b13f2a2-34a0-49fb-be08-354800e10331" providerId="ADAL" clId="{121B53AA-5904-450E-BBCF-47849682A857}" dt="2026-07-30T17:45:43.619" v="4135" actId="790"/>
          <ac:spMkLst>
            <pc:docMk/>
            <pc:sldMk cId="3476125845" sldId="2147481882"/>
            <ac:spMk id="18" creationId="{1C816E44-2CD9-A893-3EA3-40CF8093D8C1}"/>
          </ac:spMkLst>
        </pc:spChg>
        <pc:spChg chg="mod">
          <ac:chgData name="Everton Maica Bedusco" userId="8b13f2a2-34a0-49fb-be08-354800e10331" providerId="ADAL" clId="{121B53AA-5904-450E-BBCF-47849682A857}" dt="2026-07-27T16:48:13.094" v="3706" actId="1076"/>
          <ac:spMkLst>
            <pc:docMk/>
            <pc:sldMk cId="3476125845" sldId="2147481882"/>
            <ac:spMk id="19" creationId="{95856403-445F-2D02-87CB-17941E2E7B57}"/>
          </ac:spMkLst>
        </pc:spChg>
        <pc:spChg chg="mod">
          <ac:chgData name="Everton Maica Bedusco" userId="8b13f2a2-34a0-49fb-be08-354800e10331" providerId="ADAL" clId="{121B53AA-5904-450E-BBCF-47849682A857}" dt="2026-07-27T14:01:05.995" v="3670" actId="2711"/>
          <ac:spMkLst>
            <pc:docMk/>
            <pc:sldMk cId="3476125845" sldId="2147481882"/>
            <ac:spMk id="23" creationId="{743606D3-6E46-9115-89D0-E186432E7211}"/>
          </ac:spMkLst>
        </pc:spChg>
        <pc:spChg chg="mod">
          <ac:chgData name="Everton Maica Bedusco" userId="8b13f2a2-34a0-49fb-be08-354800e10331" providerId="ADAL" clId="{121B53AA-5904-450E-BBCF-47849682A857}" dt="2026-07-27T14:01:31.994" v="3677" actId="1035"/>
          <ac:spMkLst>
            <pc:docMk/>
            <pc:sldMk cId="3476125845" sldId="2147481882"/>
            <ac:spMk id="27" creationId="{E74FC04A-121F-2DD5-BDC0-F4B5CB5948C7}"/>
          </ac:spMkLst>
        </pc:spChg>
        <pc:spChg chg="mod">
          <ac:chgData name="Everton Maica Bedusco" userId="8b13f2a2-34a0-49fb-be08-354800e10331" providerId="ADAL" clId="{121B53AA-5904-450E-BBCF-47849682A857}" dt="2026-07-27T16:48:55.222" v="3710" actId="404"/>
          <ac:spMkLst>
            <pc:docMk/>
            <pc:sldMk cId="3476125845" sldId="2147481882"/>
            <ac:spMk id="28" creationId="{6F5894ED-747C-350C-96BA-656475489DFC}"/>
          </ac:spMkLst>
        </pc:spChg>
        <pc:spChg chg="mod">
          <ac:chgData name="Everton Maica Bedusco" userId="8b13f2a2-34a0-49fb-be08-354800e10331" providerId="ADAL" clId="{121B53AA-5904-450E-BBCF-47849682A857}" dt="2026-07-27T13:20:51.400" v="3165" actId="790"/>
          <ac:spMkLst>
            <pc:docMk/>
            <pc:sldMk cId="3476125845" sldId="2147481882"/>
            <ac:spMk id="34" creationId="{EB783FE0-8208-3C01-D6AA-7D12B234BEBC}"/>
          </ac:spMkLst>
        </pc:spChg>
        <pc:spChg chg="mod">
          <ac:chgData name="Everton Maica Bedusco" userId="8b13f2a2-34a0-49fb-be08-354800e10331" providerId="ADAL" clId="{121B53AA-5904-450E-BBCF-47849682A857}" dt="2026-07-27T14:02:11.247" v="3688" actId="404"/>
          <ac:spMkLst>
            <pc:docMk/>
            <pc:sldMk cId="3476125845" sldId="2147481882"/>
            <ac:spMk id="35" creationId="{94213A61-9F57-9EE6-503F-7E4DC69162E2}"/>
          </ac:spMkLst>
        </pc:spChg>
        <pc:spChg chg="mod">
          <ac:chgData name="Everton Maica Bedusco" userId="8b13f2a2-34a0-49fb-be08-354800e10331" providerId="ADAL" clId="{121B53AA-5904-450E-BBCF-47849682A857}" dt="2026-07-27T16:49:31.320" v="3717" actId="1036"/>
          <ac:spMkLst>
            <pc:docMk/>
            <pc:sldMk cId="3476125845" sldId="2147481882"/>
            <ac:spMk id="36" creationId="{A7D17A1F-FF31-6C68-D58C-2ED94FFF28BD}"/>
          </ac:spMkLst>
        </pc:spChg>
        <pc:spChg chg="mod">
          <ac:chgData name="Everton Maica Bedusco" userId="8b13f2a2-34a0-49fb-be08-354800e10331" providerId="ADAL" clId="{121B53AA-5904-450E-BBCF-47849682A857}" dt="2026-07-30T17:45:43.619" v="4135" actId="790"/>
          <ac:spMkLst>
            <pc:docMk/>
            <pc:sldMk cId="3476125845" sldId="2147481882"/>
            <ac:spMk id="41" creationId="{81905FE3-C39B-9C42-5E53-A69A6CD63EF1}"/>
          </ac:spMkLst>
        </pc:spChg>
        <pc:spChg chg="mod">
          <ac:chgData name="Everton Maica Bedusco" userId="8b13f2a2-34a0-49fb-be08-354800e10331" providerId="ADAL" clId="{121B53AA-5904-450E-BBCF-47849682A857}" dt="2026-07-27T14:01:14.591" v="3671" actId="14100"/>
          <ac:spMkLst>
            <pc:docMk/>
            <pc:sldMk cId="3476125845" sldId="2147481882"/>
            <ac:spMk id="43" creationId="{7081C666-A1DD-DDF9-F741-A74D1B8CA35F}"/>
          </ac:spMkLst>
        </pc:spChg>
        <pc:spChg chg="mod">
          <ac:chgData name="Everton Maica Bedusco" userId="8b13f2a2-34a0-49fb-be08-354800e10331" providerId="ADAL" clId="{121B53AA-5904-450E-BBCF-47849682A857}" dt="2026-07-30T17:45:43.619" v="4135" actId="790"/>
          <ac:spMkLst>
            <pc:docMk/>
            <pc:sldMk cId="3476125845" sldId="2147481882"/>
            <ac:spMk id="46" creationId="{89F9656A-086A-47EE-B1BF-DAFE3541C317}"/>
          </ac:spMkLst>
        </pc:spChg>
        <pc:spChg chg="mod">
          <ac:chgData name="Everton Maica Bedusco" userId="8b13f2a2-34a0-49fb-be08-354800e10331" providerId="ADAL" clId="{121B53AA-5904-450E-BBCF-47849682A857}" dt="2026-07-30T17:45:43.619" v="4135" actId="790"/>
          <ac:spMkLst>
            <pc:docMk/>
            <pc:sldMk cId="3476125845" sldId="2147481882"/>
            <ac:spMk id="47" creationId="{1D2E3DF6-FC44-86E0-7B83-B0F2876A1EEE}"/>
          </ac:spMkLst>
        </pc:spChg>
        <pc:spChg chg="mod">
          <ac:chgData name="Everton Maica Bedusco" userId="8b13f2a2-34a0-49fb-be08-354800e10331" providerId="ADAL" clId="{121B53AA-5904-450E-BBCF-47849682A857}" dt="2026-07-30T17:45:43.619" v="4135" actId="790"/>
          <ac:spMkLst>
            <pc:docMk/>
            <pc:sldMk cId="3476125845" sldId="2147481882"/>
            <ac:spMk id="48" creationId="{591D7073-533D-5461-69DA-E2ECC12628BA}"/>
          </ac:spMkLst>
        </pc:spChg>
        <pc:spChg chg="mod">
          <ac:chgData name="Everton Maica Bedusco" userId="8b13f2a2-34a0-49fb-be08-354800e10331" providerId="ADAL" clId="{121B53AA-5904-450E-BBCF-47849682A857}" dt="2026-07-27T14:02:34.032" v="3691" actId="2711"/>
          <ac:spMkLst>
            <pc:docMk/>
            <pc:sldMk cId="3476125845" sldId="2147481882"/>
            <ac:spMk id="50" creationId="{0532D9F9-EDE5-3426-9BCE-FA9868301095}"/>
          </ac:spMkLst>
        </pc:spChg>
        <pc:spChg chg="mod">
          <ac:chgData name="Everton Maica Bedusco" userId="8b13f2a2-34a0-49fb-be08-354800e10331" providerId="ADAL" clId="{121B53AA-5904-450E-BBCF-47849682A857}" dt="2026-07-30T17:45:43.619" v="4135" actId="790"/>
          <ac:spMkLst>
            <pc:docMk/>
            <pc:sldMk cId="3476125845" sldId="2147481882"/>
            <ac:spMk id="51" creationId="{1CBF1153-CF2F-0CC5-B5C9-30BF1BCA542C}"/>
          </ac:spMkLst>
        </pc:spChg>
        <pc:spChg chg="mod">
          <ac:chgData name="Everton Maica Bedusco" userId="8b13f2a2-34a0-49fb-be08-354800e10331" providerId="ADAL" clId="{121B53AA-5904-450E-BBCF-47849682A857}" dt="2026-07-30T17:45:43.619" v="4135" actId="790"/>
          <ac:spMkLst>
            <pc:docMk/>
            <pc:sldMk cId="3476125845" sldId="2147481882"/>
            <ac:spMk id="52" creationId="{0F1B80CA-7BA2-0958-F47B-5A2C8866F19E}"/>
          </ac:spMkLst>
        </pc:spChg>
        <pc:spChg chg="mod">
          <ac:chgData name="Everton Maica Bedusco" userId="8b13f2a2-34a0-49fb-be08-354800e10331" providerId="ADAL" clId="{121B53AA-5904-450E-BBCF-47849682A857}" dt="2026-07-27T14:02:34.032" v="3691" actId="2711"/>
          <ac:spMkLst>
            <pc:docMk/>
            <pc:sldMk cId="3476125845" sldId="2147481882"/>
            <ac:spMk id="53" creationId="{B7F74D36-E5A5-F02E-8771-3319114E829E}"/>
          </ac:spMkLst>
        </pc:spChg>
        <pc:spChg chg="mod">
          <ac:chgData name="Everton Maica Bedusco" userId="8b13f2a2-34a0-49fb-be08-354800e10331" providerId="ADAL" clId="{121B53AA-5904-450E-BBCF-47849682A857}" dt="2026-07-27T14:02:34.032" v="3691" actId="2711"/>
          <ac:spMkLst>
            <pc:docMk/>
            <pc:sldMk cId="3476125845" sldId="2147481882"/>
            <ac:spMk id="54" creationId="{CE68E24D-A580-35B6-A893-9903712164F0}"/>
          </ac:spMkLst>
        </pc:spChg>
        <pc:spChg chg="mod">
          <ac:chgData name="Everton Maica Bedusco" userId="8b13f2a2-34a0-49fb-be08-354800e10331" providerId="ADAL" clId="{121B53AA-5904-450E-BBCF-47849682A857}" dt="2026-07-27T14:02:38.189" v="3692" actId="404"/>
          <ac:spMkLst>
            <pc:docMk/>
            <pc:sldMk cId="3476125845" sldId="2147481882"/>
            <ac:spMk id="55" creationId="{BB15CC97-CBBD-C5FF-AFC8-83CE4577371D}"/>
          </ac:spMkLst>
        </pc:spChg>
        <pc:spChg chg="mod">
          <ac:chgData name="Everton Maica Bedusco" userId="8b13f2a2-34a0-49fb-be08-354800e10331" providerId="ADAL" clId="{121B53AA-5904-450E-BBCF-47849682A857}" dt="2026-07-27T16:48:55.222" v="3710" actId="404"/>
          <ac:spMkLst>
            <pc:docMk/>
            <pc:sldMk cId="3476125845" sldId="2147481882"/>
            <ac:spMk id="59" creationId="{2E7953A9-F3CD-A95A-BB51-F6B7D205B1BC}"/>
          </ac:spMkLst>
        </pc:spChg>
        <pc:spChg chg="mod">
          <ac:chgData name="Everton Maica Bedusco" userId="8b13f2a2-34a0-49fb-be08-354800e10331" providerId="ADAL" clId="{121B53AA-5904-450E-BBCF-47849682A857}" dt="2026-07-30T17:45:43.619" v="4135" actId="790"/>
          <ac:spMkLst>
            <pc:docMk/>
            <pc:sldMk cId="3476125845" sldId="2147481882"/>
            <ac:spMk id="61" creationId="{E0D74AFD-D89C-F809-2C40-451D68A0C0DE}"/>
          </ac:spMkLst>
        </pc:spChg>
        <pc:spChg chg="mod">
          <ac:chgData name="Everton Maica Bedusco" userId="8b13f2a2-34a0-49fb-be08-354800e10331" providerId="ADAL" clId="{121B53AA-5904-450E-BBCF-47849682A857}" dt="2026-07-30T17:45:43.619" v="4135" actId="790"/>
          <ac:spMkLst>
            <pc:docMk/>
            <pc:sldMk cId="3476125845" sldId="2147481882"/>
            <ac:spMk id="64" creationId="{05ACE348-C131-B7FB-D717-31316946EEA3}"/>
          </ac:spMkLst>
        </pc:spChg>
        <pc:spChg chg="mod">
          <ac:chgData name="Everton Maica Bedusco" userId="8b13f2a2-34a0-49fb-be08-354800e10331" providerId="ADAL" clId="{121B53AA-5904-450E-BBCF-47849682A857}" dt="2026-07-27T16:48:55.222" v="3710" actId="404"/>
          <ac:spMkLst>
            <pc:docMk/>
            <pc:sldMk cId="3476125845" sldId="2147481882"/>
            <ac:spMk id="75" creationId="{E37A83FD-F3F3-1B99-4AFD-217372F59B14}"/>
          </ac:spMkLst>
        </pc:spChg>
      </pc:sldChg>
      <pc:sldChg chg="addSp modSp new mod">
        <pc:chgData name="Everton Maica Bedusco" userId="8b13f2a2-34a0-49fb-be08-354800e10331" providerId="ADAL" clId="{121B53AA-5904-450E-BBCF-47849682A857}" dt="2026-07-30T17:45:43.619" v="4135" actId="790"/>
        <pc:sldMkLst>
          <pc:docMk/>
          <pc:sldMk cId="4215169266" sldId="2147481883"/>
        </pc:sldMkLst>
        <pc:spChg chg="mod">
          <ac:chgData name="Everton Maica Bedusco" userId="8b13f2a2-34a0-49fb-be08-354800e10331" providerId="ADAL" clId="{121B53AA-5904-450E-BBCF-47849682A857}" dt="2026-07-30T17:45:43.619" v="4135" actId="790"/>
          <ac:spMkLst>
            <pc:docMk/>
            <pc:sldMk cId="4215169266" sldId="2147481883"/>
            <ac:spMk id="2" creationId="{16E176B3-6B27-7714-3810-06F706D23B80}"/>
          </ac:spMkLst>
        </pc:spChg>
        <pc:picChg chg="add mod modCrop">
          <ac:chgData name="Everton Maica Bedusco" userId="8b13f2a2-34a0-49fb-be08-354800e10331" providerId="ADAL" clId="{121B53AA-5904-450E-BBCF-47849682A857}" dt="2026-07-28T12:43:10.892" v="3961" actId="1035"/>
          <ac:picMkLst>
            <pc:docMk/>
            <pc:sldMk cId="4215169266" sldId="2147481883"/>
            <ac:picMk id="4" creationId="{D80EB8FF-D174-8DFA-4550-4346EE4A1DBC}"/>
          </ac:picMkLst>
        </pc:picChg>
        <pc:picChg chg="add mod modCrop">
          <ac:chgData name="Everton Maica Bedusco" userId="8b13f2a2-34a0-49fb-be08-354800e10331" providerId="ADAL" clId="{121B53AA-5904-450E-BBCF-47849682A857}" dt="2026-07-28T12:43:10.892" v="3961" actId="1035"/>
          <ac:picMkLst>
            <pc:docMk/>
            <pc:sldMk cId="4215169266" sldId="2147481883"/>
            <ac:picMk id="6" creationId="{B88B3CD5-3625-0F5C-BEBD-6ADA83BE7E41}"/>
          </ac:picMkLst>
        </pc:picChg>
        <pc:picChg chg="add mod modCrop">
          <ac:chgData name="Everton Maica Bedusco" userId="8b13f2a2-34a0-49fb-be08-354800e10331" providerId="ADAL" clId="{121B53AA-5904-450E-BBCF-47849682A857}" dt="2026-07-28T12:43:10.892" v="3961" actId="1035"/>
          <ac:picMkLst>
            <pc:docMk/>
            <pc:sldMk cId="4215169266" sldId="2147481883"/>
            <ac:picMk id="8" creationId="{BCD34271-B9DF-89DF-D612-A03E2E99E272}"/>
          </ac:picMkLst>
        </pc:picChg>
        <pc:picChg chg="add mod modCrop">
          <ac:chgData name="Everton Maica Bedusco" userId="8b13f2a2-34a0-49fb-be08-354800e10331" providerId="ADAL" clId="{121B53AA-5904-450E-BBCF-47849682A857}" dt="2026-07-28T12:43:10.892" v="3961" actId="1035"/>
          <ac:picMkLst>
            <pc:docMk/>
            <pc:sldMk cId="4215169266" sldId="2147481883"/>
            <ac:picMk id="10" creationId="{D5AD0E35-EF59-5875-CE98-B9DA6DEFB8B7}"/>
          </ac:picMkLst>
        </pc:picChg>
      </pc:sldChg>
      <pc:sldMasterChg chg="modSp delSldLayout modSldLayout">
        <pc:chgData name="Everton Maica Bedusco" userId="8b13f2a2-34a0-49fb-be08-354800e10331" providerId="ADAL" clId="{121B53AA-5904-450E-BBCF-47849682A857}" dt="2026-07-27T13:23:07.657" v="3313" actId="22"/>
        <pc:sldMasterMkLst>
          <pc:docMk/>
          <pc:sldMasterMk cId="0" sldId="2147483653"/>
        </pc:sldMasterMkLst>
        <pc:sldLayoutChg chg="modSp mod">
          <pc:chgData name="Everton Maica Bedusco" userId="8b13f2a2-34a0-49fb-be08-354800e10331" providerId="ADAL" clId="{121B53AA-5904-450E-BBCF-47849682A857}" dt="2026-07-27T13:22:20.927" v="3312" actId="1038"/>
          <pc:sldLayoutMkLst>
            <pc:docMk/>
            <pc:sldMasterMk cId="0" sldId="2147483653"/>
            <pc:sldLayoutMk cId="0" sldId="2147483652"/>
          </pc:sldLayoutMkLst>
          <pc:picChg chg="mod">
            <ac:chgData name="Everton Maica Bedusco" userId="8b13f2a2-34a0-49fb-be08-354800e10331" providerId="ADAL" clId="{121B53AA-5904-450E-BBCF-47849682A857}" dt="2026-07-27T13:22:20.927" v="3312" actId="1038"/>
            <ac:picMkLst>
              <pc:docMk/>
              <pc:sldMasterMk cId="0" sldId="2147483653"/>
              <pc:sldLayoutMk cId="0" sldId="2147483652"/>
              <ac:picMk id="19" creationId="{00000000-0000-0000-0000-000000000000}"/>
            </ac:picMkLst>
          </pc:picChg>
        </pc:sldLayoutChg>
      </pc:sldMasterChg>
    </pc:docChg>
  </pc:docChgLst>
  <pc:docChgLst>
    <pc:chgData name="Pamela Woinarovicz Ramos" userId="S::pramos@neoortho.com.br::774f5858-d545-4a70-ae0b-d81f14658ce2" providerId="AD" clId="Web-{2D6C17C7-0937-B807-5BEE-EBD72FDD2D0E}"/>
    <pc:docChg chg="addSld modSld">
      <pc:chgData name="Pamela Woinarovicz Ramos" userId="S::pramos@neoortho.com.br::774f5858-d545-4a70-ae0b-d81f14658ce2" providerId="AD" clId="Web-{2D6C17C7-0937-B807-5BEE-EBD72FDD2D0E}" dt="2026-07-27T12:38:21.070" v="25" actId="20577"/>
      <pc:docMkLst>
        <pc:docMk/>
      </pc:docMkLst>
      <pc:sldMasterChg chg="addSldLayout">
        <pc:chgData name="Pamela Woinarovicz Ramos" userId="S::pramos@neoortho.com.br::774f5858-d545-4a70-ae0b-d81f14658ce2" providerId="AD" clId="Web-{2D6C17C7-0937-B807-5BEE-EBD72FDD2D0E}" dt="2026-07-27T12:37:13.222" v="0"/>
        <pc:sldMasterMkLst>
          <pc:docMk/>
          <pc:sldMasterMk cId="0" sldId="2147483653"/>
        </pc:sldMasterMkLst>
      </pc:sldMasterChg>
    </pc:docChg>
  </pc:docChgLst>
  <pc:docChgLst>
    <pc:chgData name="Pamela Woinarovicz Ramos" userId="774f5858-d545-4a70-ae0b-d81f14658ce2" providerId="ADAL" clId="{C36B8934-6286-4C19-88E5-302AC06836D9}"/>
    <pc:docChg chg="undo custSel addSld delSld modSld sldOrd">
      <pc:chgData name="Pamela Woinarovicz Ramos" userId="774f5858-d545-4a70-ae0b-d81f14658ce2" providerId="ADAL" clId="{C36B8934-6286-4C19-88E5-302AC06836D9}" dt="2026-07-27T13:02:08.338" v="1265" actId="1076"/>
      <pc:docMkLst>
        <pc:docMk/>
      </pc:docMkLst>
      <pc:sldChg chg="addSp delSp modSp add mod ord modAnim">
        <pc:chgData name="Pamela Woinarovicz Ramos" userId="774f5858-d545-4a70-ae0b-d81f14658ce2" providerId="ADAL" clId="{C36B8934-6286-4C19-88E5-302AC06836D9}" dt="2026-07-27T13:02:08.338" v="1265" actId="1076"/>
        <pc:sldMkLst>
          <pc:docMk/>
          <pc:sldMk cId="3476125845" sldId="2147481882"/>
        </pc:sldMkLst>
        <pc:spChg chg="mod">
          <ac:chgData name="Pamela Woinarovicz Ramos" userId="774f5858-d545-4a70-ae0b-d81f14658ce2" providerId="ADAL" clId="{C36B8934-6286-4C19-88E5-302AC06836D9}" dt="2026-07-27T12:40:45.996" v="70" actId="113"/>
          <ac:spMkLst>
            <pc:docMk/>
            <pc:sldMk cId="3476125845" sldId="2147481882"/>
            <ac:spMk id="2" creationId="{9850DE9B-88F7-6F51-6A3F-FAA4BA7949FC}"/>
          </ac:spMkLst>
        </pc:spChg>
        <pc:spChg chg="mod">
          <ac:chgData name="Pamela Woinarovicz Ramos" userId="774f5858-d545-4a70-ae0b-d81f14658ce2" providerId="ADAL" clId="{C36B8934-6286-4C19-88E5-302AC06836D9}" dt="2026-07-27T12:40:29.082" v="57"/>
          <ac:spMkLst>
            <pc:docMk/>
            <pc:sldMk cId="3476125845" sldId="2147481882"/>
            <ac:spMk id="10" creationId="{EF483F74-78F6-5A3F-1FDC-1BD2DD20A561}"/>
          </ac:spMkLst>
        </pc:spChg>
        <pc:spChg chg="mod">
          <ac:chgData name="Pamela Woinarovicz Ramos" userId="774f5858-d545-4a70-ae0b-d81f14658ce2" providerId="ADAL" clId="{C36B8934-6286-4C19-88E5-302AC06836D9}" dt="2026-07-27T12:55:53.495" v="882" actId="20577"/>
          <ac:spMkLst>
            <pc:docMk/>
            <pc:sldMk cId="3476125845" sldId="2147481882"/>
            <ac:spMk id="11" creationId="{FBC92ED0-CA9F-9CDD-6317-48497756C70A}"/>
          </ac:spMkLst>
        </pc:spChg>
        <pc:spChg chg="mod">
          <ac:chgData name="Pamela Woinarovicz Ramos" userId="774f5858-d545-4a70-ae0b-d81f14658ce2" providerId="ADAL" clId="{C36B8934-6286-4C19-88E5-302AC06836D9}" dt="2026-07-27T12:41:26.653" v="101" actId="20577"/>
          <ac:spMkLst>
            <pc:docMk/>
            <pc:sldMk cId="3476125845" sldId="2147481882"/>
            <ac:spMk id="19" creationId="{95856403-445F-2D02-87CB-17941E2E7B57}"/>
          </ac:spMkLst>
        </pc:spChg>
        <pc:spChg chg="mod">
          <ac:chgData name="Pamela Woinarovicz Ramos" userId="774f5858-d545-4a70-ae0b-d81f14658ce2" providerId="ADAL" clId="{C36B8934-6286-4C19-88E5-302AC06836D9}" dt="2026-07-27T12:58:00.858" v="929" actId="20577"/>
          <ac:spMkLst>
            <pc:docMk/>
            <pc:sldMk cId="3476125845" sldId="2147481882"/>
            <ac:spMk id="27" creationId="{E74FC04A-121F-2DD5-BDC0-F4B5CB5948C7}"/>
          </ac:spMkLst>
        </pc:spChg>
        <pc:spChg chg="mod">
          <ac:chgData name="Pamela Woinarovicz Ramos" userId="774f5858-d545-4a70-ae0b-d81f14658ce2" providerId="ADAL" clId="{C36B8934-6286-4C19-88E5-302AC06836D9}" dt="2026-07-27T12:59:49.659" v="1034" actId="1076"/>
          <ac:spMkLst>
            <pc:docMk/>
            <pc:sldMk cId="3476125845" sldId="2147481882"/>
            <ac:spMk id="28" creationId="{6F5894ED-747C-350C-96BA-656475489DFC}"/>
          </ac:spMkLst>
        </pc:spChg>
        <pc:spChg chg="mod">
          <ac:chgData name="Pamela Woinarovicz Ramos" userId="774f5858-d545-4a70-ae0b-d81f14658ce2" providerId="ADAL" clId="{C36B8934-6286-4C19-88E5-302AC06836D9}" dt="2026-07-27T12:40:29.082" v="57"/>
          <ac:spMkLst>
            <pc:docMk/>
            <pc:sldMk cId="3476125845" sldId="2147481882"/>
            <ac:spMk id="34" creationId="{EB783FE0-8208-3C01-D6AA-7D12B234BEBC}"/>
          </ac:spMkLst>
        </pc:spChg>
        <pc:spChg chg="mod">
          <ac:chgData name="Pamela Woinarovicz Ramos" userId="774f5858-d545-4a70-ae0b-d81f14658ce2" providerId="ADAL" clId="{C36B8934-6286-4C19-88E5-302AC06836D9}" dt="2026-07-27T12:44:34.537" v="240" actId="1076"/>
          <ac:spMkLst>
            <pc:docMk/>
            <pc:sldMk cId="3476125845" sldId="2147481882"/>
            <ac:spMk id="35" creationId="{94213A61-9F57-9EE6-503F-7E4DC69162E2}"/>
          </ac:spMkLst>
        </pc:spChg>
        <pc:spChg chg="mod">
          <ac:chgData name="Pamela Woinarovicz Ramos" userId="774f5858-d545-4a70-ae0b-d81f14658ce2" providerId="ADAL" clId="{C36B8934-6286-4C19-88E5-302AC06836D9}" dt="2026-07-27T12:47:52.191" v="536" actId="20577"/>
          <ac:spMkLst>
            <pc:docMk/>
            <pc:sldMk cId="3476125845" sldId="2147481882"/>
            <ac:spMk id="36" creationId="{A7D17A1F-FF31-6C68-D58C-2ED94FFF28BD}"/>
          </ac:spMkLst>
        </pc:spChg>
        <pc:spChg chg="mod">
          <ac:chgData name="Pamela Woinarovicz Ramos" userId="774f5858-d545-4a70-ae0b-d81f14658ce2" providerId="ADAL" clId="{C36B8934-6286-4C19-88E5-302AC06836D9}" dt="2026-07-27T12:46:08.666" v="339" actId="14100"/>
          <ac:spMkLst>
            <pc:docMk/>
            <pc:sldMk cId="3476125845" sldId="2147481882"/>
            <ac:spMk id="42" creationId="{9516C158-D193-C993-BD93-A2EF5EFFE27D}"/>
          </ac:spMkLst>
        </pc:spChg>
        <pc:spChg chg="mod">
          <ac:chgData name="Pamela Woinarovicz Ramos" userId="774f5858-d545-4a70-ae0b-d81f14658ce2" providerId="ADAL" clId="{C36B8934-6286-4C19-88E5-302AC06836D9}" dt="2026-07-27T12:46:04.484" v="337" actId="1076"/>
          <ac:spMkLst>
            <pc:docMk/>
            <pc:sldMk cId="3476125845" sldId="2147481882"/>
            <ac:spMk id="43" creationId="{7081C666-A1DD-DDF9-F741-A74D1B8CA35F}"/>
          </ac:spMkLst>
        </pc:spChg>
        <pc:spChg chg="mod">
          <ac:chgData name="Pamela Woinarovicz Ramos" userId="774f5858-d545-4a70-ae0b-d81f14658ce2" providerId="ADAL" clId="{C36B8934-6286-4C19-88E5-302AC06836D9}" dt="2026-07-27T12:40:29.082" v="57"/>
          <ac:spMkLst>
            <pc:docMk/>
            <pc:sldMk cId="3476125845" sldId="2147481882"/>
            <ac:spMk id="47" creationId="{1D2E3DF6-FC44-86E0-7B83-B0F2876A1EEE}"/>
          </ac:spMkLst>
        </pc:spChg>
        <pc:spChg chg="mod">
          <ac:chgData name="Pamela Woinarovicz Ramos" userId="774f5858-d545-4a70-ae0b-d81f14658ce2" providerId="ADAL" clId="{C36B8934-6286-4C19-88E5-302AC06836D9}" dt="2026-07-27T13:01:34.737" v="1262" actId="20577"/>
          <ac:spMkLst>
            <pc:docMk/>
            <pc:sldMk cId="3476125845" sldId="2147481882"/>
            <ac:spMk id="48" creationId="{591D7073-533D-5461-69DA-E2ECC12628BA}"/>
          </ac:spMkLst>
        </pc:spChg>
        <pc:spChg chg="add mod">
          <ac:chgData name="Pamela Woinarovicz Ramos" userId="774f5858-d545-4a70-ae0b-d81f14658ce2" providerId="ADAL" clId="{C36B8934-6286-4C19-88E5-302AC06836D9}" dt="2026-07-27T12:51:55.242" v="765" actId="1076"/>
          <ac:spMkLst>
            <pc:docMk/>
            <pc:sldMk cId="3476125845" sldId="2147481882"/>
            <ac:spMk id="50" creationId="{0532D9F9-EDE5-3426-9BCE-FA9868301095}"/>
          </ac:spMkLst>
        </pc:spChg>
        <pc:spChg chg="add mod">
          <ac:chgData name="Pamela Woinarovicz Ramos" userId="774f5858-d545-4a70-ae0b-d81f14658ce2" providerId="ADAL" clId="{C36B8934-6286-4C19-88E5-302AC06836D9}" dt="2026-07-27T12:51:55.242" v="765" actId="1076"/>
          <ac:spMkLst>
            <pc:docMk/>
            <pc:sldMk cId="3476125845" sldId="2147481882"/>
            <ac:spMk id="51" creationId="{1CBF1153-CF2F-0CC5-B5C9-30BF1BCA542C}"/>
          </ac:spMkLst>
        </pc:spChg>
        <pc:spChg chg="mod">
          <ac:chgData name="Pamela Woinarovicz Ramos" userId="774f5858-d545-4a70-ae0b-d81f14658ce2" providerId="ADAL" clId="{C36B8934-6286-4C19-88E5-302AC06836D9}" dt="2026-07-27T12:51:55.242" v="765" actId="1076"/>
          <ac:spMkLst>
            <pc:docMk/>
            <pc:sldMk cId="3476125845" sldId="2147481882"/>
            <ac:spMk id="52" creationId="{0F1B80CA-7BA2-0958-F47B-5A2C8866F19E}"/>
          </ac:spMkLst>
        </pc:spChg>
        <pc:spChg chg="mod">
          <ac:chgData name="Pamela Woinarovicz Ramos" userId="774f5858-d545-4a70-ae0b-d81f14658ce2" providerId="ADAL" clId="{C36B8934-6286-4C19-88E5-302AC06836D9}" dt="2026-07-27T12:51:55.242" v="765" actId="1076"/>
          <ac:spMkLst>
            <pc:docMk/>
            <pc:sldMk cId="3476125845" sldId="2147481882"/>
            <ac:spMk id="53" creationId="{B7F74D36-E5A5-F02E-8771-3319114E829E}"/>
          </ac:spMkLst>
        </pc:spChg>
        <pc:spChg chg="add mod">
          <ac:chgData name="Pamela Woinarovicz Ramos" userId="774f5858-d545-4a70-ae0b-d81f14658ce2" providerId="ADAL" clId="{C36B8934-6286-4C19-88E5-302AC06836D9}" dt="2026-07-27T12:51:55.242" v="765" actId="1076"/>
          <ac:spMkLst>
            <pc:docMk/>
            <pc:sldMk cId="3476125845" sldId="2147481882"/>
            <ac:spMk id="54" creationId="{CE68E24D-A580-35B6-A893-9903712164F0}"/>
          </ac:spMkLst>
        </pc:spChg>
        <pc:spChg chg="mod">
          <ac:chgData name="Pamela Woinarovicz Ramos" userId="774f5858-d545-4a70-ae0b-d81f14658ce2" providerId="ADAL" clId="{C36B8934-6286-4C19-88E5-302AC06836D9}" dt="2026-07-27T13:01:17.416" v="1255" actId="20577"/>
          <ac:spMkLst>
            <pc:docMk/>
            <pc:sldMk cId="3476125845" sldId="2147481882"/>
            <ac:spMk id="55" creationId="{BB15CC97-CBBD-C5FF-AFC8-83CE4577371D}"/>
          </ac:spMkLst>
        </pc:spChg>
        <pc:spChg chg="add mod">
          <ac:chgData name="Pamela Woinarovicz Ramos" userId="774f5858-d545-4a70-ae0b-d81f14658ce2" providerId="ADAL" clId="{C36B8934-6286-4C19-88E5-302AC06836D9}" dt="2026-07-27T12:54:53.673" v="866" actId="20577"/>
          <ac:spMkLst>
            <pc:docMk/>
            <pc:sldMk cId="3476125845" sldId="2147481882"/>
            <ac:spMk id="59" creationId="{2E7953A9-F3CD-A95A-BB51-F6B7D205B1BC}"/>
          </ac:spMkLst>
        </pc:spChg>
        <pc:spChg chg="add mod">
          <ac:chgData name="Pamela Woinarovicz Ramos" userId="774f5858-d545-4a70-ae0b-d81f14658ce2" providerId="ADAL" clId="{C36B8934-6286-4C19-88E5-302AC06836D9}" dt="2026-07-27T13:00:28.673" v="1047" actId="1076"/>
          <ac:spMkLst>
            <pc:docMk/>
            <pc:sldMk cId="3476125845" sldId="2147481882"/>
            <ac:spMk id="61" creationId="{E0D74AFD-D89C-F809-2C40-451D68A0C0DE}"/>
          </ac:spMkLst>
        </pc:spChg>
        <pc:spChg chg="add mod">
          <ac:chgData name="Pamela Woinarovicz Ramos" userId="774f5858-d545-4a70-ae0b-d81f14658ce2" providerId="ADAL" clId="{C36B8934-6286-4C19-88E5-302AC06836D9}" dt="2026-07-27T13:00:15.473" v="1042" actId="1076"/>
          <ac:spMkLst>
            <pc:docMk/>
            <pc:sldMk cId="3476125845" sldId="2147481882"/>
            <ac:spMk id="64" creationId="{05ACE348-C131-B7FB-D717-31316946EEA3}"/>
          </ac:spMkLst>
        </pc:spChg>
        <pc:spChg chg="add mod">
          <ac:chgData name="Pamela Woinarovicz Ramos" userId="774f5858-d545-4a70-ae0b-d81f14658ce2" providerId="ADAL" clId="{C36B8934-6286-4C19-88E5-302AC06836D9}" dt="2026-07-27T13:01:26.127" v="1260" actId="20577"/>
          <ac:spMkLst>
            <pc:docMk/>
            <pc:sldMk cId="3476125845" sldId="2147481882"/>
            <ac:spMk id="75" creationId="{E37A83FD-F3F3-1B99-4AFD-217372F59B14}"/>
          </ac:spMkLst>
        </pc:spChg>
        <pc:grpChg chg="mod">
          <ac:chgData name="Pamela Woinarovicz Ramos" userId="774f5858-d545-4a70-ae0b-d81f14658ce2" providerId="ADAL" clId="{C36B8934-6286-4C19-88E5-302AC06836D9}" dt="2026-07-27T12:59:45.679" v="1032" actId="1076"/>
          <ac:grpSpMkLst>
            <pc:docMk/>
            <pc:sldMk cId="3476125845" sldId="2147481882"/>
            <ac:grpSpMk id="16" creationId="{FE1E1E6E-A8AA-6B4F-30C5-FED9C48F7758}"/>
          </ac:grpSpMkLst>
        </pc:grpChg>
        <pc:grpChg chg="mod">
          <ac:chgData name="Pamela Woinarovicz Ramos" userId="774f5858-d545-4a70-ae0b-d81f14658ce2" providerId="ADAL" clId="{C36B8934-6286-4C19-88E5-302AC06836D9}" dt="2026-07-27T12:57:59.899" v="927" actId="14100"/>
          <ac:grpSpMkLst>
            <pc:docMk/>
            <pc:sldMk cId="3476125845" sldId="2147481882"/>
            <ac:grpSpMk id="24" creationId="{C57339C0-B059-8ECA-49C9-3296A0861819}"/>
          </ac:grpSpMkLst>
        </pc:grpChg>
        <pc:grpChg chg="mod">
          <ac:chgData name="Pamela Woinarovicz Ramos" userId="774f5858-d545-4a70-ae0b-d81f14658ce2" providerId="ADAL" clId="{C36B8934-6286-4C19-88E5-302AC06836D9}" dt="2026-07-27T12:44:37.886" v="241" actId="14100"/>
          <ac:grpSpMkLst>
            <pc:docMk/>
            <pc:sldMk cId="3476125845" sldId="2147481882"/>
            <ac:grpSpMk id="32" creationId="{AFC6A665-2981-B29F-D18E-4475835B6AD4}"/>
          </ac:grpSpMkLst>
        </pc:grpChg>
        <pc:grpChg chg="mod">
          <ac:chgData name="Pamela Woinarovicz Ramos" userId="774f5858-d545-4a70-ae0b-d81f14658ce2" providerId="ADAL" clId="{C36B8934-6286-4C19-88E5-302AC06836D9}" dt="2026-07-27T12:46:06.582" v="338" actId="1076"/>
          <ac:grpSpMkLst>
            <pc:docMk/>
            <pc:sldMk cId="3476125845" sldId="2147481882"/>
            <ac:grpSpMk id="40" creationId="{976953F7-DA42-5F5D-DAAA-B7E7BBDAFC88}"/>
          </ac:grpSpMkLst>
        </pc:grpChg>
        <pc:grpChg chg="mod ord">
          <ac:chgData name="Pamela Woinarovicz Ramos" userId="774f5858-d545-4a70-ae0b-d81f14658ce2" providerId="ADAL" clId="{C36B8934-6286-4C19-88E5-302AC06836D9}" dt="2026-07-27T13:00:23.470" v="1045" actId="166"/>
          <ac:grpSpMkLst>
            <pc:docMk/>
            <pc:sldMk cId="3476125845" sldId="2147481882"/>
            <ac:grpSpMk id="45" creationId="{8349EE29-1FCB-457D-E752-1AE1F066BA24}"/>
          </ac:grpSpMkLst>
        </pc:grpChg>
        <pc:picChg chg="mod modCrop">
          <ac:chgData name="Pamela Woinarovicz Ramos" userId="774f5858-d545-4a70-ae0b-d81f14658ce2" providerId="ADAL" clId="{C36B8934-6286-4C19-88E5-302AC06836D9}" dt="2026-07-27T13:02:08.338" v="1265" actId="1076"/>
          <ac:picMkLst>
            <pc:docMk/>
            <pc:sldMk cId="3476125845" sldId="2147481882"/>
            <ac:picMk id="4" creationId="{1AAC5204-6972-6C30-3F3A-FE9A75BC0282}"/>
          </ac:picMkLst>
        </pc:picChg>
        <pc:picChg chg="mod modCrop">
          <ac:chgData name="Pamela Woinarovicz Ramos" userId="774f5858-d545-4a70-ae0b-d81f14658ce2" providerId="ADAL" clId="{C36B8934-6286-4C19-88E5-302AC06836D9}" dt="2026-07-27T13:00:26.039" v="1046" actId="1076"/>
          <ac:picMkLst>
            <pc:docMk/>
            <pc:sldMk cId="3476125845" sldId="2147481882"/>
            <ac:picMk id="12" creationId="{39FADB8E-1191-7111-62BC-A6E8FEAD1C06}"/>
          </ac:picMkLst>
        </pc:picChg>
        <pc:picChg chg="mod modCrop">
          <ac:chgData name="Pamela Woinarovicz Ramos" userId="774f5858-d545-4a70-ae0b-d81f14658ce2" providerId="ADAL" clId="{C36B8934-6286-4C19-88E5-302AC06836D9}" dt="2026-07-27T12:57:07.818" v="892" actId="1076"/>
          <ac:picMkLst>
            <pc:docMk/>
            <pc:sldMk cId="3476125845" sldId="2147481882"/>
            <ac:picMk id="20" creationId="{F61F8038-AA08-226B-724C-83328849FDFD}"/>
          </ac:picMkLst>
        </pc:picChg>
        <pc:picChg chg="mod">
          <ac:chgData name="Pamela Woinarovicz Ramos" userId="774f5858-d545-4a70-ae0b-d81f14658ce2" providerId="ADAL" clId="{C36B8934-6286-4C19-88E5-302AC06836D9}" dt="2026-07-27T12:44:39.607" v="242" actId="1076"/>
          <ac:picMkLst>
            <pc:docMk/>
            <pc:sldMk cId="3476125845" sldId="2147481882"/>
            <ac:picMk id="31" creationId="{DDDC27D4-1027-7637-1BDA-AF9A2B038BA2}"/>
          </ac:picMkLst>
        </pc:picChg>
        <pc:picChg chg="mod modCrop">
          <ac:chgData name="Pamela Woinarovicz Ramos" userId="774f5858-d545-4a70-ae0b-d81f14658ce2" providerId="ADAL" clId="{C36B8934-6286-4C19-88E5-302AC06836D9}" dt="2026-07-27T12:55:40.494" v="876" actId="1076"/>
          <ac:picMkLst>
            <pc:docMk/>
            <pc:sldMk cId="3476125845" sldId="2147481882"/>
            <ac:picMk id="39" creationId="{F0C0919E-DB81-AFCC-85B5-02ADD33FA552}"/>
          </ac:picMkLst>
        </pc:picChg>
        <pc:picChg chg="add mod">
          <ac:chgData name="Pamela Woinarovicz Ramos" userId="774f5858-d545-4a70-ae0b-d81f14658ce2" providerId="ADAL" clId="{C36B8934-6286-4C19-88E5-302AC06836D9}" dt="2026-07-27T13:01:31.956" v="1261" actId="1076"/>
          <ac:picMkLst>
            <pc:docMk/>
            <pc:sldMk cId="3476125845" sldId="2147481882"/>
            <ac:picMk id="71" creationId="{AD4F1FBE-E0BE-40DB-234B-8B56F7BF9021}"/>
          </ac:picMkLst>
        </pc:picChg>
        <pc:cxnChg chg="mod">
          <ac:chgData name="Pamela Woinarovicz Ramos" userId="774f5858-d545-4a70-ae0b-d81f14658ce2" providerId="ADAL" clId="{C36B8934-6286-4C19-88E5-302AC06836D9}" dt="2026-07-27T12:59:47.827" v="1033" actId="14100"/>
          <ac:cxnSpMkLst>
            <pc:docMk/>
            <pc:sldMk cId="3476125845" sldId="2147481882"/>
            <ac:cxnSpMk id="5" creationId="{6FACA632-3CFA-6F1C-C927-C99B78BE9947}"/>
          </ac:cxnSpMkLst>
        </pc:cxnChg>
        <pc:cxnChg chg="mod">
          <ac:chgData name="Pamela Woinarovicz Ramos" userId="774f5858-d545-4a70-ae0b-d81f14658ce2" providerId="ADAL" clId="{C36B8934-6286-4C19-88E5-302AC06836D9}" dt="2026-07-27T12:45:00.986" v="289" actId="1076"/>
          <ac:cxnSpMkLst>
            <pc:docMk/>
            <pc:sldMk cId="3476125845" sldId="2147481882"/>
            <ac:cxnSpMk id="30" creationId="{8B1AC50A-E705-5D78-A260-7825BEE7CB15}"/>
          </ac:cxnSpMkLst>
        </pc:cxnChg>
        <pc:cxnChg chg="add mod">
          <ac:chgData name="Pamela Woinarovicz Ramos" userId="774f5858-d545-4a70-ae0b-d81f14658ce2" providerId="ADAL" clId="{C36B8934-6286-4C19-88E5-302AC06836D9}" dt="2026-07-27T13:00:21.444" v="1044" actId="1076"/>
          <ac:cxnSpMkLst>
            <pc:docMk/>
            <pc:sldMk cId="3476125845" sldId="2147481882"/>
            <ac:cxnSpMk id="73" creationId="{D1782BDA-511E-1CAF-1A6A-9D7DC58FF728}"/>
          </ac:cxnSpMkLst>
        </pc:cxnChg>
      </pc:sldChg>
      <pc:sldMasterChg chg="delSldLayout">
        <pc:chgData name="Pamela Woinarovicz Ramos" userId="774f5858-d545-4a70-ae0b-d81f14658ce2" providerId="ADAL" clId="{C36B8934-6286-4C19-88E5-302AC06836D9}" dt="2026-07-27T12:40:41.744" v="65" actId="47"/>
        <pc:sldMasterMkLst>
          <pc:docMk/>
          <pc:sldMasterMk cId="0" sldId="2147483653"/>
        </pc:sldMasterMkLst>
      </pc:sldMasterChg>
    </pc:docChg>
  </pc:docChgLst>
  <pc:docChgLst>
    <pc:chgData name="Pamela Woinarovicz Ramos" userId="S::pramos@neoortho.com.br::774f5858-d545-4a70-ae0b-d81f14658ce2" providerId="AD" clId="Web-{D485A6B4-2035-F175-40F8-040DCDCD13DD}"/>
    <pc:docChg chg="delSld">
      <pc:chgData name="Pamela Woinarovicz Ramos" userId="S::pramos@neoortho.com.br::774f5858-d545-4a70-ae0b-d81f14658ce2" providerId="AD" clId="Web-{D485A6B4-2035-F175-40F8-040DCDCD13DD}" dt="2026-07-27T12:42:24.057" v="1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be281b57ad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" name="Google Shape;23;g3be281b57ad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2feced9f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92feced9f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padrão limpo" userDrawn="1">
  <p:cSld name="CUSTOM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;p2">
            <a:extLst>
              <a:ext uri="{FF2B5EF4-FFF2-40B4-BE49-F238E27FC236}">
                <a16:creationId xmlns:a16="http://schemas.microsoft.com/office/drawing/2014/main" id="{DAD546D9-DE2F-58B6-3030-262C773D4E7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42350" y="280388"/>
            <a:ext cx="525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"/>
              <a:buNone/>
              <a:defRPr sz="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a">
  <p:cSld name="CUSTOM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ctrTitle"/>
          </p:nvPr>
        </p:nvSpPr>
        <p:spPr>
          <a:xfrm>
            <a:off x="1942350" y="280388"/>
            <a:ext cx="525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00"/>
              <a:buFont typeface="Poppins Light"/>
              <a:buNone/>
              <a:defRPr sz="800">
                <a:solidFill>
                  <a:srgbClr val="F5F5F5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00"/>
              <a:buFont typeface="Poppins Light"/>
              <a:buNone/>
              <a:defRPr sz="800">
                <a:solidFill>
                  <a:srgbClr val="F5F5F5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00"/>
              <a:buFont typeface="Poppins Light"/>
              <a:buNone/>
              <a:defRPr sz="800">
                <a:solidFill>
                  <a:srgbClr val="F5F5F5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00"/>
              <a:buFont typeface="Poppins Light"/>
              <a:buNone/>
              <a:defRPr sz="800">
                <a:solidFill>
                  <a:srgbClr val="F5F5F5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00"/>
              <a:buFont typeface="Poppins Light"/>
              <a:buNone/>
              <a:defRPr sz="800">
                <a:solidFill>
                  <a:srgbClr val="F5F5F5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00"/>
              <a:buFont typeface="Poppins Light"/>
              <a:buNone/>
              <a:defRPr sz="800">
                <a:solidFill>
                  <a:srgbClr val="F5F5F5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00"/>
              <a:buFont typeface="Poppins Light"/>
              <a:buNone/>
              <a:defRPr sz="800">
                <a:solidFill>
                  <a:srgbClr val="F5F5F5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00"/>
              <a:buFont typeface="Poppins Light"/>
              <a:buNone/>
              <a:defRPr sz="800">
                <a:solidFill>
                  <a:srgbClr val="F5F5F5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00"/>
              <a:buFont typeface="Poppins Light"/>
              <a:buNone/>
              <a:defRPr sz="800">
                <a:solidFill>
                  <a:srgbClr val="F5F5F5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ivisor">
  <p:cSld name="CUSTOM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6" title="LOGO_NEOORTHO_6.png"/>
          <p:cNvPicPr preferRelativeResize="0"/>
          <p:nvPr/>
        </p:nvPicPr>
        <p:blipFill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0507" y="305225"/>
            <a:ext cx="936651" cy="2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6"/>
          <p:cNvSpPr txBox="1">
            <a:spLocks noGrp="1"/>
          </p:cNvSpPr>
          <p:nvPr>
            <p:ph type="ctrTitle"/>
          </p:nvPr>
        </p:nvSpPr>
        <p:spPr>
          <a:xfrm>
            <a:off x="1942350" y="280388"/>
            <a:ext cx="525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"/>
              <a:buNone/>
              <a:defRPr sz="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padrão" userDrawn="1">
  <p:cSld name="1_Slide padrão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 title="LOGO_NEOORTHO_6.png"/>
          <p:cNvPicPr preferRelativeResize="0"/>
          <p:nvPr/>
        </p:nvPicPr>
        <p:blipFill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06503" y="305225"/>
            <a:ext cx="936651" cy="2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E4EF1CF2-9D46-1D33-9E08-B1D59A2F77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5313" y="339725"/>
            <a:ext cx="6989762" cy="789420"/>
          </a:xfrm>
        </p:spPr>
        <p:txBody>
          <a:bodyPr>
            <a:normAutofit/>
          </a:bodyPr>
          <a:lstStyle>
            <a:lvl1pPr>
              <a:buNone/>
              <a:defRPr sz="3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pt-BR"/>
              <a:t>Clique para adicionar título</a:t>
            </a:r>
          </a:p>
        </p:txBody>
      </p:sp>
      <p:sp>
        <p:nvSpPr>
          <p:cNvPr id="11" name="Espaço Reservado para Conteúdo 6">
            <a:extLst>
              <a:ext uri="{FF2B5EF4-FFF2-40B4-BE49-F238E27FC236}">
                <a16:creationId xmlns:a16="http://schemas.microsoft.com/office/drawing/2014/main" id="{45B93B2E-F689-21A0-F9E7-F7EF1F3BF759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95313" y="1350963"/>
            <a:ext cx="6989762" cy="3235325"/>
          </a:xfrm>
        </p:spPr>
        <p:txBody>
          <a:bodyPr>
            <a:normAutofit/>
          </a:bodyPr>
          <a:lstStyle>
            <a:lvl1pPr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buNone/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pt-BR"/>
              <a:t>Clique para editar o texto</a:t>
            </a:r>
          </a:p>
        </p:txBody>
      </p:sp>
    </p:spTree>
    <p:extLst>
      <p:ext uri="{BB962C8B-B14F-4D97-AF65-F5344CB8AC3E}">
        <p14:creationId xmlns:p14="http://schemas.microsoft.com/office/powerpoint/2010/main" val="3607904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padrão" userDrawn="1">
  <p:cSld name="2_Slide padrão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8;p9" title="NEO01_BRANDING_IDENTIDADE_VISUAL_ELIPSE_1.png">
            <a:extLst>
              <a:ext uri="{FF2B5EF4-FFF2-40B4-BE49-F238E27FC236}">
                <a16:creationId xmlns:a16="http://schemas.microsoft.com/office/drawing/2014/main" id="{3E1E50ED-27F6-5A45-387D-1934AD4B5319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 rot="-471837">
            <a:off x="306776" y="-363456"/>
            <a:ext cx="10691020" cy="6212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2" title="LOGO_NEOORTHO_6.png"/>
          <p:cNvPicPr preferRelativeResize="0"/>
          <p:nvPr/>
        </p:nvPicPr>
        <p:blipFill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06503" y="305225"/>
            <a:ext cx="936651" cy="22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;p2" title="LOGO_NEOORTHO_6.png">
            <a:extLst>
              <a:ext uri="{FF2B5EF4-FFF2-40B4-BE49-F238E27FC236}">
                <a16:creationId xmlns:a16="http://schemas.microsoft.com/office/drawing/2014/main" id="{2A7B7A8B-E4B4-1591-3226-AD0C13DDC768}"/>
              </a:ext>
            </a:extLst>
          </p:cNvPr>
          <p:cNvPicPr preferRelativeResize="0"/>
          <p:nvPr userDrawn="1"/>
        </p:nvPicPr>
        <p:blipFill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06503" y="305225"/>
            <a:ext cx="936651" cy="2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Espaço Reservado para Texto 2">
            <a:extLst>
              <a:ext uri="{FF2B5EF4-FFF2-40B4-BE49-F238E27FC236}">
                <a16:creationId xmlns:a16="http://schemas.microsoft.com/office/drawing/2014/main" id="{495454DA-5B15-1C7C-F90D-E914351D78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5313" y="339725"/>
            <a:ext cx="6989762" cy="789420"/>
          </a:xfrm>
        </p:spPr>
        <p:txBody>
          <a:bodyPr>
            <a:normAutofit/>
          </a:bodyPr>
          <a:lstStyle>
            <a:lvl1pPr>
              <a:buNone/>
              <a:defRPr sz="3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pt-BR"/>
              <a:t>Clique para adicionar título</a:t>
            </a:r>
          </a:p>
        </p:txBody>
      </p:sp>
    </p:spTree>
    <p:extLst>
      <p:ext uri="{BB962C8B-B14F-4D97-AF65-F5344CB8AC3E}">
        <p14:creationId xmlns:p14="http://schemas.microsoft.com/office/powerpoint/2010/main" val="1531633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Heebo"/>
              <a:buNone/>
              <a:defRPr sz="3300" b="0" i="0" u="none" strike="noStrike" cap="none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5" r:id="rId4"/>
    <p:sldLayoutId id="2147483656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7" Type="http://schemas.openxmlformats.org/officeDocument/2006/relationships/image" Target="../media/image28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7" title="LOGO_NEOORTHO_4.png"/>
          <p:cNvPicPr preferRelativeResize="0"/>
          <p:nvPr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187" y="2190550"/>
            <a:ext cx="3825024" cy="91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7"/>
          <p:cNvSpPr txBox="1">
            <a:spLocks noGrp="1"/>
          </p:cNvSpPr>
          <p:nvPr>
            <p:ph type="ctrTitle"/>
          </p:nvPr>
        </p:nvSpPr>
        <p:spPr>
          <a:xfrm>
            <a:off x="1028187" y="1566495"/>
            <a:ext cx="52593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PLAN DE LANZAMIENTO MÉXICO</a:t>
            </a:r>
          </a:p>
        </p:txBody>
      </p:sp>
      <p:sp>
        <p:nvSpPr>
          <p:cNvPr id="2" name="Google Shape;26;p7">
            <a:extLst>
              <a:ext uri="{FF2B5EF4-FFF2-40B4-BE49-F238E27FC236}">
                <a16:creationId xmlns:a16="http://schemas.microsoft.com/office/drawing/2014/main" id="{1EABEB4B-A5DE-094C-EE65-D6A4EABDF9E9}"/>
              </a:ext>
            </a:extLst>
          </p:cNvPr>
          <p:cNvSpPr txBox="1">
            <a:spLocks/>
          </p:cNvSpPr>
          <p:nvPr/>
        </p:nvSpPr>
        <p:spPr>
          <a:xfrm>
            <a:off x="7144214" y="4213051"/>
            <a:ext cx="1715487" cy="60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00"/>
              <a:buFont typeface="Poppins Light"/>
              <a:buNone/>
              <a:defRPr sz="800" b="0" i="0" u="none" strike="noStrike" cap="none">
                <a:solidFill>
                  <a:srgbClr val="F5F5F5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00"/>
              <a:buFont typeface="Poppins Light"/>
              <a:buNone/>
              <a:defRPr sz="800" b="0" i="0" u="none" strike="noStrike" cap="none">
                <a:solidFill>
                  <a:srgbClr val="F5F5F5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00"/>
              <a:buFont typeface="Poppins Light"/>
              <a:buNone/>
              <a:defRPr sz="800" b="0" i="0" u="none" strike="noStrike" cap="none">
                <a:solidFill>
                  <a:srgbClr val="F5F5F5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00"/>
              <a:buFont typeface="Poppins Light"/>
              <a:buNone/>
              <a:defRPr sz="800" b="0" i="0" u="none" strike="noStrike" cap="none">
                <a:solidFill>
                  <a:srgbClr val="F5F5F5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00"/>
              <a:buFont typeface="Poppins Light"/>
              <a:buNone/>
              <a:defRPr sz="800" b="0" i="0" u="none" strike="noStrike" cap="none">
                <a:solidFill>
                  <a:srgbClr val="F5F5F5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00"/>
              <a:buFont typeface="Poppins Light"/>
              <a:buNone/>
              <a:defRPr sz="800" b="0" i="0" u="none" strike="noStrike" cap="none">
                <a:solidFill>
                  <a:srgbClr val="F5F5F5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00"/>
              <a:buFont typeface="Poppins Light"/>
              <a:buNone/>
              <a:defRPr sz="800" b="0" i="0" u="none" strike="noStrike" cap="none">
                <a:solidFill>
                  <a:srgbClr val="F5F5F5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00"/>
              <a:buFont typeface="Poppins Light"/>
              <a:buNone/>
              <a:defRPr sz="800" b="0" i="0" u="none" strike="noStrike" cap="none">
                <a:solidFill>
                  <a:srgbClr val="F5F5F5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00"/>
              <a:buFont typeface="Poppins Light"/>
              <a:buNone/>
              <a:defRPr sz="800" b="0" i="0" u="none" strike="noStrike" cap="none">
                <a:solidFill>
                  <a:srgbClr val="F5F5F5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s-419" sz="1000" b="1" noProof="0" dirty="0">
                <a:latin typeface="Poppins Light" panose="00000400000000000000" pitchFamily="2" charset="0"/>
                <a:cs typeface="Poppins Light" panose="00000400000000000000" pitchFamily="2" charset="0"/>
              </a:rPr>
              <a:t>Everton Bedusco</a:t>
            </a:r>
          </a:p>
          <a:p>
            <a:pPr algn="r">
              <a:lnSpc>
                <a:spcPct val="150000"/>
              </a:lnSpc>
            </a:pPr>
            <a:r>
              <a:rPr lang="es-419" sz="1000" noProof="0" dirty="0">
                <a:latin typeface="Poppins Light" panose="00000400000000000000" pitchFamily="2" charset="0"/>
                <a:cs typeface="Poppins Light" panose="00000400000000000000" pitchFamily="2" charset="0"/>
              </a:rPr>
              <a:t>Julio,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Imagem 74">
            <a:extLst>
              <a:ext uri="{FF2B5EF4-FFF2-40B4-BE49-F238E27FC236}">
                <a16:creationId xmlns:a16="http://schemas.microsoft.com/office/drawing/2014/main" id="{6C7B2192-C565-450F-ABD2-C94BA42173D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145" r="36584"/>
          <a:stretch>
            <a:fillRect/>
          </a:stretch>
        </p:blipFill>
        <p:spPr>
          <a:xfrm>
            <a:off x="5753434" y="848112"/>
            <a:ext cx="1167305" cy="350845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E4AAE10-10B6-DFB1-6CCC-134E2B22FD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419" sz="1400" b="1" noProof="0" dirty="0"/>
              <a:t>LANZAMIENTO DE LA MARCA NEOORTHO EN MÉXICO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24F15D0-F428-7B57-AD9C-FE59AF00F12F}"/>
              </a:ext>
            </a:extLst>
          </p:cNvPr>
          <p:cNvSpPr txBox="1"/>
          <p:nvPr/>
        </p:nvSpPr>
        <p:spPr>
          <a:xfrm>
            <a:off x="2481203" y="4333242"/>
            <a:ext cx="2153537" cy="301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rgbClr val="592D84"/>
              </a:buClr>
            </a:pPr>
            <a:r>
              <a:rPr lang="es-419" sz="1000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Hace parte de Grupo </a:t>
            </a:r>
            <a:r>
              <a:rPr lang="es-419" sz="1000" noProof="0" dirty="0" err="1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Medartis</a:t>
            </a:r>
            <a:r>
              <a:rPr lang="es-419" sz="1000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6" name="Triângulo isósceles 5">
            <a:extLst>
              <a:ext uri="{FF2B5EF4-FFF2-40B4-BE49-F238E27FC236}">
                <a16:creationId xmlns:a16="http://schemas.microsoft.com/office/drawing/2014/main" id="{A63F3302-0C6B-3747-258F-E3034BFADFF2}"/>
              </a:ext>
            </a:extLst>
          </p:cNvPr>
          <p:cNvSpPr/>
          <p:nvPr/>
        </p:nvSpPr>
        <p:spPr>
          <a:xfrm>
            <a:off x="6385230" y="1364617"/>
            <a:ext cx="72000" cy="72000"/>
          </a:xfrm>
          <a:prstGeom prst="triangle">
            <a:avLst/>
          </a:prstGeom>
          <a:solidFill>
            <a:srgbClr val="582C83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Triângulo isósceles 24">
            <a:extLst>
              <a:ext uri="{FF2B5EF4-FFF2-40B4-BE49-F238E27FC236}">
                <a16:creationId xmlns:a16="http://schemas.microsoft.com/office/drawing/2014/main" id="{DAE0D8B2-C0F9-7F11-983A-E6B993BE77D5}"/>
              </a:ext>
            </a:extLst>
          </p:cNvPr>
          <p:cNvSpPr/>
          <p:nvPr/>
        </p:nvSpPr>
        <p:spPr>
          <a:xfrm>
            <a:off x="5887078" y="2792797"/>
            <a:ext cx="72000" cy="72000"/>
          </a:xfrm>
          <a:prstGeom prst="triangle">
            <a:avLst/>
          </a:prstGeom>
          <a:solidFill>
            <a:srgbClr val="582C83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0" name="Triângulo isósceles 39">
            <a:extLst>
              <a:ext uri="{FF2B5EF4-FFF2-40B4-BE49-F238E27FC236}">
                <a16:creationId xmlns:a16="http://schemas.microsoft.com/office/drawing/2014/main" id="{F49A307D-807F-B9FA-E7A5-D128869A12FE}"/>
              </a:ext>
            </a:extLst>
          </p:cNvPr>
          <p:cNvSpPr/>
          <p:nvPr/>
        </p:nvSpPr>
        <p:spPr>
          <a:xfrm>
            <a:off x="6520067" y="1878606"/>
            <a:ext cx="72000" cy="72000"/>
          </a:xfrm>
          <a:prstGeom prst="triangle">
            <a:avLst/>
          </a:prstGeom>
          <a:solidFill>
            <a:srgbClr val="582C83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2" name="Triângulo isósceles 41">
            <a:extLst>
              <a:ext uri="{FF2B5EF4-FFF2-40B4-BE49-F238E27FC236}">
                <a16:creationId xmlns:a16="http://schemas.microsoft.com/office/drawing/2014/main" id="{05B2EDAC-9701-451B-69AF-ECFA8A91AF32}"/>
              </a:ext>
            </a:extLst>
          </p:cNvPr>
          <p:cNvSpPr/>
          <p:nvPr/>
        </p:nvSpPr>
        <p:spPr>
          <a:xfrm>
            <a:off x="6124652" y="1532797"/>
            <a:ext cx="72000" cy="72000"/>
          </a:xfrm>
          <a:prstGeom prst="triangle">
            <a:avLst/>
          </a:prstGeom>
          <a:solidFill>
            <a:srgbClr val="582C83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Triângulo isósceles 43">
            <a:extLst>
              <a:ext uri="{FF2B5EF4-FFF2-40B4-BE49-F238E27FC236}">
                <a16:creationId xmlns:a16="http://schemas.microsoft.com/office/drawing/2014/main" id="{32DFDF1E-8DBB-25B1-DE98-91D6720C7562}"/>
              </a:ext>
            </a:extLst>
          </p:cNvPr>
          <p:cNvSpPr/>
          <p:nvPr/>
        </p:nvSpPr>
        <p:spPr>
          <a:xfrm>
            <a:off x="6201217" y="1027421"/>
            <a:ext cx="72000" cy="72000"/>
          </a:xfrm>
          <a:prstGeom prst="triangle">
            <a:avLst/>
          </a:prstGeom>
          <a:solidFill>
            <a:srgbClr val="582C83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6" name="Triângulo isósceles 45">
            <a:extLst>
              <a:ext uri="{FF2B5EF4-FFF2-40B4-BE49-F238E27FC236}">
                <a16:creationId xmlns:a16="http://schemas.microsoft.com/office/drawing/2014/main" id="{8F569324-872B-EFCE-8248-8A46210B95E1}"/>
              </a:ext>
            </a:extLst>
          </p:cNvPr>
          <p:cNvSpPr/>
          <p:nvPr/>
        </p:nvSpPr>
        <p:spPr>
          <a:xfrm>
            <a:off x="6659199" y="2399458"/>
            <a:ext cx="72000" cy="72000"/>
          </a:xfrm>
          <a:prstGeom prst="triangle">
            <a:avLst/>
          </a:prstGeom>
          <a:solidFill>
            <a:srgbClr val="582C83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8" name="Triângulo isósceles 47">
            <a:extLst>
              <a:ext uri="{FF2B5EF4-FFF2-40B4-BE49-F238E27FC236}">
                <a16:creationId xmlns:a16="http://schemas.microsoft.com/office/drawing/2014/main" id="{6F332620-6B7A-6105-389C-C9EC20BE4944}"/>
              </a:ext>
            </a:extLst>
          </p:cNvPr>
          <p:cNvSpPr/>
          <p:nvPr/>
        </p:nvSpPr>
        <p:spPr>
          <a:xfrm>
            <a:off x="5954560" y="1564672"/>
            <a:ext cx="72000" cy="72000"/>
          </a:xfrm>
          <a:prstGeom prst="triangle">
            <a:avLst/>
          </a:prstGeom>
          <a:solidFill>
            <a:srgbClr val="582C83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0" name="Triângulo isósceles 49">
            <a:extLst>
              <a:ext uri="{FF2B5EF4-FFF2-40B4-BE49-F238E27FC236}">
                <a16:creationId xmlns:a16="http://schemas.microsoft.com/office/drawing/2014/main" id="{E26DE557-C7A7-8E18-0108-F234C5A40FE1}"/>
              </a:ext>
            </a:extLst>
          </p:cNvPr>
          <p:cNvSpPr/>
          <p:nvPr/>
        </p:nvSpPr>
        <p:spPr>
          <a:xfrm>
            <a:off x="5781783" y="2109202"/>
            <a:ext cx="72000" cy="72000"/>
          </a:xfrm>
          <a:prstGeom prst="triangle">
            <a:avLst/>
          </a:prstGeom>
          <a:solidFill>
            <a:srgbClr val="582C83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2" name="Triângulo isósceles 51">
            <a:extLst>
              <a:ext uri="{FF2B5EF4-FFF2-40B4-BE49-F238E27FC236}">
                <a16:creationId xmlns:a16="http://schemas.microsoft.com/office/drawing/2014/main" id="{60ADFED7-6617-AC24-A22F-A4EDB596541E}"/>
              </a:ext>
            </a:extLst>
          </p:cNvPr>
          <p:cNvSpPr/>
          <p:nvPr/>
        </p:nvSpPr>
        <p:spPr>
          <a:xfrm>
            <a:off x="5852430" y="2570916"/>
            <a:ext cx="72000" cy="72000"/>
          </a:xfrm>
          <a:prstGeom prst="triangle">
            <a:avLst/>
          </a:prstGeom>
          <a:solidFill>
            <a:srgbClr val="582C83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4" name="Triângulo isósceles 53">
            <a:extLst>
              <a:ext uri="{FF2B5EF4-FFF2-40B4-BE49-F238E27FC236}">
                <a16:creationId xmlns:a16="http://schemas.microsoft.com/office/drawing/2014/main" id="{D56BD588-B840-DD1D-61F2-15AF36793382}"/>
              </a:ext>
            </a:extLst>
          </p:cNvPr>
          <p:cNvSpPr/>
          <p:nvPr/>
        </p:nvSpPr>
        <p:spPr>
          <a:xfrm>
            <a:off x="6480735" y="2823729"/>
            <a:ext cx="72000" cy="72000"/>
          </a:xfrm>
          <a:prstGeom prst="triangle">
            <a:avLst/>
          </a:prstGeom>
          <a:solidFill>
            <a:srgbClr val="582C83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6" name="Triângulo isósceles 55">
            <a:extLst>
              <a:ext uri="{FF2B5EF4-FFF2-40B4-BE49-F238E27FC236}">
                <a16:creationId xmlns:a16="http://schemas.microsoft.com/office/drawing/2014/main" id="{0A34909C-236E-994C-2B5F-F33692534FB1}"/>
              </a:ext>
            </a:extLst>
          </p:cNvPr>
          <p:cNvSpPr/>
          <p:nvPr/>
        </p:nvSpPr>
        <p:spPr>
          <a:xfrm>
            <a:off x="6457230" y="3283176"/>
            <a:ext cx="72000" cy="72000"/>
          </a:xfrm>
          <a:prstGeom prst="triangle">
            <a:avLst/>
          </a:prstGeom>
          <a:solidFill>
            <a:srgbClr val="582C83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8" name="Triângulo isósceles 57">
            <a:extLst>
              <a:ext uri="{FF2B5EF4-FFF2-40B4-BE49-F238E27FC236}">
                <a16:creationId xmlns:a16="http://schemas.microsoft.com/office/drawing/2014/main" id="{4178A76C-57DA-89A2-9E58-EBBECD9BD2E5}"/>
              </a:ext>
            </a:extLst>
          </p:cNvPr>
          <p:cNvSpPr/>
          <p:nvPr/>
        </p:nvSpPr>
        <p:spPr>
          <a:xfrm>
            <a:off x="6436215" y="3762168"/>
            <a:ext cx="72000" cy="72000"/>
          </a:xfrm>
          <a:prstGeom prst="triangle">
            <a:avLst/>
          </a:prstGeom>
          <a:solidFill>
            <a:srgbClr val="582C83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0" name="Triângulo isósceles 59">
            <a:extLst>
              <a:ext uri="{FF2B5EF4-FFF2-40B4-BE49-F238E27FC236}">
                <a16:creationId xmlns:a16="http://schemas.microsoft.com/office/drawing/2014/main" id="{4A317CE7-D37C-9F55-6452-3FEEE834C876}"/>
              </a:ext>
            </a:extLst>
          </p:cNvPr>
          <p:cNvSpPr/>
          <p:nvPr/>
        </p:nvSpPr>
        <p:spPr>
          <a:xfrm>
            <a:off x="6088812" y="4034847"/>
            <a:ext cx="72000" cy="72000"/>
          </a:xfrm>
          <a:prstGeom prst="triangle">
            <a:avLst/>
          </a:prstGeom>
          <a:solidFill>
            <a:srgbClr val="582C83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2" name="Triângulo isósceles 61">
            <a:extLst>
              <a:ext uri="{FF2B5EF4-FFF2-40B4-BE49-F238E27FC236}">
                <a16:creationId xmlns:a16="http://schemas.microsoft.com/office/drawing/2014/main" id="{6F6AD355-24E4-78A6-26A8-AF7CA6946F9F}"/>
              </a:ext>
            </a:extLst>
          </p:cNvPr>
          <p:cNvSpPr/>
          <p:nvPr/>
        </p:nvSpPr>
        <p:spPr>
          <a:xfrm>
            <a:off x="6290092" y="4168144"/>
            <a:ext cx="72000" cy="72000"/>
          </a:xfrm>
          <a:prstGeom prst="triangle">
            <a:avLst/>
          </a:prstGeom>
          <a:solidFill>
            <a:srgbClr val="582C83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64" name="Gráfico 63" descr="Megafone1 estrutura de tópicos">
            <a:extLst>
              <a:ext uri="{FF2B5EF4-FFF2-40B4-BE49-F238E27FC236}">
                <a16:creationId xmlns:a16="http://schemas.microsoft.com/office/drawing/2014/main" id="{13CC4945-E706-4307-5BD7-9E3077C041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7863" y="989453"/>
            <a:ext cx="914400" cy="914400"/>
          </a:xfrm>
          <a:prstGeom prst="rect">
            <a:avLst/>
          </a:prstGeom>
        </p:spPr>
      </p:pic>
      <p:sp>
        <p:nvSpPr>
          <p:cNvPr id="66" name="CaixaDeTexto 65">
            <a:extLst>
              <a:ext uri="{FF2B5EF4-FFF2-40B4-BE49-F238E27FC236}">
                <a16:creationId xmlns:a16="http://schemas.microsoft.com/office/drawing/2014/main" id="{A6625C7C-8792-27AC-D88B-CC49ED4F65E5}"/>
              </a:ext>
            </a:extLst>
          </p:cNvPr>
          <p:cNvSpPr txBox="1"/>
          <p:nvPr/>
        </p:nvSpPr>
        <p:spPr>
          <a:xfrm>
            <a:off x="402463" y="1835103"/>
            <a:ext cx="290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1000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Anunciar al mercado mexicano que </a:t>
            </a:r>
            <a:r>
              <a:rPr lang="es-419" sz="1000" noProof="0" dirty="0" err="1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NeoOrtho</a:t>
            </a:r>
            <a:r>
              <a:rPr lang="es-419" sz="1000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llegó oficialmente al país</a:t>
            </a:r>
            <a:endParaRPr lang="es-419" noProof="0" dirty="0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9ADBF34F-9829-61EE-7468-7687BAE31A47}"/>
              </a:ext>
            </a:extLst>
          </p:cNvPr>
          <p:cNvSpPr txBox="1"/>
          <p:nvPr/>
        </p:nvSpPr>
        <p:spPr>
          <a:xfrm>
            <a:off x="6592067" y="3035139"/>
            <a:ext cx="2202113" cy="763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Clr>
                <a:srgbClr val="592D84"/>
              </a:buClr>
            </a:pPr>
            <a:r>
              <a:rPr lang="es-419" sz="1000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Informar que </a:t>
            </a:r>
            <a:r>
              <a:rPr lang="es-419" sz="1000" noProof="0" dirty="0" err="1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NeoOrtho</a:t>
            </a:r>
            <a:r>
              <a:rPr lang="es-419" sz="1000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tiene un portafolio completo de implantes ortopédicos</a:t>
            </a:r>
          </a:p>
        </p:txBody>
      </p:sp>
      <p:pic>
        <p:nvPicPr>
          <p:cNvPr id="70" name="Imagem 69">
            <a:extLst>
              <a:ext uri="{FF2B5EF4-FFF2-40B4-BE49-F238E27FC236}">
                <a16:creationId xmlns:a16="http://schemas.microsoft.com/office/drawing/2014/main" id="{62E65AC4-583B-1E9C-F7D8-97F755A31209}"/>
              </a:ext>
            </a:extLst>
          </p:cNvPr>
          <p:cNvPicPr>
            <a:picLocks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848216" y="2936821"/>
            <a:ext cx="1419510" cy="1419743"/>
          </a:xfrm>
          <a:prstGeom prst="flowChartConnector">
            <a:avLst/>
          </a:prstGeom>
        </p:spPr>
      </p:pic>
      <p:pic>
        <p:nvPicPr>
          <p:cNvPr id="77" name="Gráfico 76" descr="Seta: Curva no sentido anti-horário estrutura de tópicos">
            <a:extLst>
              <a:ext uri="{FF2B5EF4-FFF2-40B4-BE49-F238E27FC236}">
                <a16:creationId xmlns:a16="http://schemas.microsoft.com/office/drawing/2014/main" id="{E9B31E8A-4F02-A4E1-CDA2-CAAE314B91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9734152">
            <a:off x="1710748" y="2474698"/>
            <a:ext cx="914400" cy="914400"/>
          </a:xfrm>
          <a:prstGeom prst="rect">
            <a:avLst/>
          </a:prstGeom>
        </p:spPr>
      </p:pic>
      <p:pic>
        <p:nvPicPr>
          <p:cNvPr id="79" name="Gráfico 78" descr="Seta: Curva no sentido anti-horário estrutura de tópicos">
            <a:extLst>
              <a:ext uri="{FF2B5EF4-FFF2-40B4-BE49-F238E27FC236}">
                <a16:creationId xmlns:a16="http://schemas.microsoft.com/office/drawing/2014/main" id="{0392F6D3-ECB5-EAB5-C7F1-4545B62B15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4587742">
            <a:off x="4637490" y="282702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124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219843-8352-B688-9C19-1CE6C43F73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419" sz="1400" b="1" noProof="0" dirty="0"/>
              <a:t>ESTRATEGIA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4654A44-0476-458C-F45F-0F1B9785779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7760" y="1524046"/>
            <a:ext cx="3509280" cy="1317808"/>
          </a:xfrm>
          <a:prstGeom prst="roundRect">
            <a:avLst>
              <a:gd name="adj" fmla="val 9018"/>
            </a:avLst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E55CC0A-0444-9C39-A6ED-3FE222064DE9}"/>
              </a:ext>
            </a:extLst>
          </p:cNvPr>
          <p:cNvSpPr txBox="1"/>
          <p:nvPr/>
        </p:nvSpPr>
        <p:spPr>
          <a:xfrm>
            <a:off x="479880" y="991849"/>
            <a:ext cx="3605040" cy="532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rgbClr val="592D84"/>
              </a:buClr>
            </a:pPr>
            <a:r>
              <a:rPr lang="es-419" sz="1000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Participación en el congreso más importante de Ortopedia y Traumatología de México.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B90CC62-DD38-1884-3CF4-CE1F2ABD0D29}"/>
              </a:ext>
            </a:extLst>
          </p:cNvPr>
          <p:cNvSpPr txBox="1"/>
          <p:nvPr/>
        </p:nvSpPr>
        <p:spPr>
          <a:xfrm>
            <a:off x="4815480" y="991849"/>
            <a:ext cx="3605040" cy="532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rgbClr val="592D84"/>
              </a:buClr>
            </a:pPr>
            <a:r>
              <a:rPr lang="es-419" sz="1000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Cena con los mas importantes cirujanos de México.</a:t>
            </a:r>
          </a:p>
          <a:p>
            <a:pPr algn="ctr">
              <a:lnSpc>
                <a:spcPct val="150000"/>
              </a:lnSpc>
              <a:buClr>
                <a:srgbClr val="592D84"/>
              </a:buClr>
            </a:pPr>
            <a:r>
              <a:rPr lang="es-419" sz="1000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20/10/2026 – Ciudad de México, MX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E2F8452-8076-8D3D-E95D-97727AB8BB1F}"/>
              </a:ext>
            </a:extLst>
          </p:cNvPr>
          <p:cNvSpPr txBox="1"/>
          <p:nvPr/>
        </p:nvSpPr>
        <p:spPr>
          <a:xfrm>
            <a:off x="2937600" y="3462090"/>
            <a:ext cx="3268800" cy="532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rgbClr val="592D84"/>
              </a:buClr>
            </a:pPr>
            <a:r>
              <a:rPr lang="es-419" sz="1000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Divulgación de lanzamiento en medios especializados y redes sociales.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ABF22C10-A465-7DDF-2CF2-A6C885EFC58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75587" y="1524046"/>
            <a:ext cx="3084825" cy="1721763"/>
          </a:xfrm>
          <a:prstGeom prst="roundRect">
            <a:avLst>
              <a:gd name="adj" fmla="val 12903"/>
            </a:avLst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4CC6D314-5F63-456C-A58E-62CEA9415C6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3268" y="4088406"/>
            <a:ext cx="568800" cy="56880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356E4FC0-0A12-7470-E7CC-714AFBD60B67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2498" y="4088406"/>
            <a:ext cx="568800" cy="568800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250A754F-55C7-45AE-5EB8-97BE577BF920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61728" y="4088405"/>
            <a:ext cx="568800" cy="568800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07E0ECEF-C16F-9E3B-263A-50F390BBEF22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0958" y="4088405"/>
            <a:ext cx="668866" cy="568800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F71C7ABE-3BC0-8C3B-9F5E-3EE61791D2C3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20254" y="4088405"/>
            <a:ext cx="1141892" cy="568800"/>
          </a:xfrm>
          <a:prstGeom prst="roundRect">
            <a:avLst>
              <a:gd name="adj" fmla="val 7540"/>
            </a:avLst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18436F6-A6BC-4BD9-92A0-090928CB3AF0}"/>
              </a:ext>
            </a:extLst>
          </p:cNvPr>
          <p:cNvSpPr txBox="1"/>
          <p:nvPr/>
        </p:nvSpPr>
        <p:spPr>
          <a:xfrm>
            <a:off x="527760" y="2905750"/>
            <a:ext cx="1596912" cy="6235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419" sz="800" noProof="0" dirty="0">
                <a:solidFill>
                  <a:srgbClr val="592D84"/>
                </a:solidFill>
              </a:rPr>
              <a:t>Seccione científica (KOL)?</a:t>
            </a:r>
          </a:p>
          <a:p>
            <a:pPr>
              <a:lnSpc>
                <a:spcPct val="150000"/>
              </a:lnSpc>
            </a:pPr>
            <a:r>
              <a:rPr lang="es-419" sz="800" noProof="0" dirty="0">
                <a:solidFill>
                  <a:srgbClr val="592D84"/>
                </a:solidFill>
              </a:rPr>
              <a:t>Hands-</a:t>
            </a:r>
            <a:r>
              <a:rPr lang="es-419" sz="800" noProof="0" dirty="0" err="1">
                <a:solidFill>
                  <a:srgbClr val="592D84"/>
                </a:solidFill>
              </a:rPr>
              <a:t>on</a:t>
            </a:r>
            <a:r>
              <a:rPr lang="es-419" sz="800" noProof="0" dirty="0">
                <a:solidFill>
                  <a:srgbClr val="592D84"/>
                </a:solidFill>
              </a:rPr>
              <a:t> en lo estand?</a:t>
            </a:r>
          </a:p>
          <a:p>
            <a:pPr>
              <a:lnSpc>
                <a:spcPct val="150000"/>
              </a:lnSpc>
            </a:pPr>
            <a:r>
              <a:rPr lang="es-419" sz="800" noProof="0" dirty="0">
                <a:solidFill>
                  <a:srgbClr val="592D84"/>
                </a:solidFill>
              </a:rPr>
              <a:t>Como hacer captura de leads?</a:t>
            </a:r>
          </a:p>
        </p:txBody>
      </p:sp>
    </p:spTree>
    <p:extLst>
      <p:ext uri="{BB962C8B-B14F-4D97-AF65-F5344CB8AC3E}">
        <p14:creationId xmlns:p14="http://schemas.microsoft.com/office/powerpoint/2010/main" val="60189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34DAE75-47FC-2AD6-0EF6-D63B79525E8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21141124" flipH="1">
            <a:off x="-249064" y="961836"/>
            <a:ext cx="4134748" cy="4134748"/>
          </a:xfrm>
          <a:prstGeom prst="rect">
            <a:avLst/>
          </a:prstGeom>
          <a:ln>
            <a:noFill/>
          </a:ln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C6028E85-5E64-9702-2618-0D702C109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60147">
            <a:off x="1040339" y="1680179"/>
            <a:ext cx="3799436" cy="3799436"/>
          </a:xfrm>
          <a:prstGeom prst="rect">
            <a:avLst/>
          </a:prstGeom>
        </p:spPr>
      </p:pic>
      <p:sp>
        <p:nvSpPr>
          <p:cNvPr id="28" name="Forma Livre: Forma 27">
            <a:extLst>
              <a:ext uri="{FF2B5EF4-FFF2-40B4-BE49-F238E27FC236}">
                <a16:creationId xmlns:a16="http://schemas.microsoft.com/office/drawing/2014/main" id="{198D65D7-1C79-B2E4-0B5D-D24BACA3CF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81775" y="-51902"/>
            <a:ext cx="9318238" cy="5230683"/>
          </a:xfrm>
          <a:custGeom>
            <a:avLst/>
            <a:gdLst>
              <a:gd name="csX0" fmla="*/ 0 w 9162926"/>
              <a:gd name="csY0" fmla="*/ 0 h 5143500"/>
              <a:gd name="csX1" fmla="*/ 9162926 w 9162926"/>
              <a:gd name="csY1" fmla="*/ 0 h 5143500"/>
              <a:gd name="csX2" fmla="*/ 9162926 w 9162926"/>
              <a:gd name="csY2" fmla="*/ 5143500 h 5143500"/>
              <a:gd name="csX3" fmla="*/ 0 w 9162926"/>
              <a:gd name="csY3" fmla="*/ 5143500 h 5143500"/>
              <a:gd name="csX4" fmla="*/ 0 w 9162926"/>
              <a:gd name="csY4" fmla="*/ 4693759 h 5143500"/>
              <a:gd name="csX5" fmla="*/ 116242 w 9162926"/>
              <a:gd name="csY5" fmla="*/ 4780705 h 5143500"/>
              <a:gd name="csX6" fmla="*/ 2808459 w 9162926"/>
              <a:gd name="csY6" fmla="*/ 4843509 h 5143500"/>
              <a:gd name="csX7" fmla="*/ 5055915 w 9162926"/>
              <a:gd name="csY7" fmla="*/ 2705898 h 5143500"/>
              <a:gd name="csX8" fmla="*/ 1997352 w 9162926"/>
              <a:gd name="csY8" fmla="*/ 2190499 h 5143500"/>
              <a:gd name="csX9" fmla="*/ 97745 w 9162926"/>
              <a:gd name="csY9" fmla="*/ 3299113 h 5143500"/>
              <a:gd name="csX10" fmla="*/ 0 w 9162926"/>
              <a:gd name="csY10" fmla="*/ 3418824 h 5143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9162926" h="5143500">
                <a:moveTo>
                  <a:pt x="0" y="0"/>
                </a:moveTo>
                <a:lnTo>
                  <a:pt x="9162926" y="0"/>
                </a:lnTo>
                <a:lnTo>
                  <a:pt x="9162926" y="5143500"/>
                </a:lnTo>
                <a:lnTo>
                  <a:pt x="0" y="5143500"/>
                </a:lnTo>
                <a:lnTo>
                  <a:pt x="0" y="4693759"/>
                </a:lnTo>
                <a:lnTo>
                  <a:pt x="116242" y="4780705"/>
                </a:lnTo>
                <a:cubicBezTo>
                  <a:pt x="664550" y="5133675"/>
                  <a:pt x="1709546" y="5179480"/>
                  <a:pt x="2808459" y="4843509"/>
                </a:cubicBezTo>
                <a:cubicBezTo>
                  <a:pt x="4273675" y="4395547"/>
                  <a:pt x="5279895" y="3438505"/>
                  <a:pt x="5055915" y="2705898"/>
                </a:cubicBezTo>
                <a:cubicBezTo>
                  <a:pt x="4831934" y="1973290"/>
                  <a:pt x="3462569" y="1742538"/>
                  <a:pt x="1997352" y="2190499"/>
                </a:cubicBezTo>
                <a:cubicBezTo>
                  <a:pt x="1173168" y="2442478"/>
                  <a:pt x="494213" y="2855532"/>
                  <a:pt x="97745" y="3299113"/>
                </a:cubicBezTo>
                <a:lnTo>
                  <a:pt x="0" y="3418824"/>
                </a:lnTo>
                <a:close/>
              </a:path>
            </a:pathLst>
          </a:custGeom>
          <a:solidFill>
            <a:srgbClr val="EAE9E8"/>
          </a:solidFill>
          <a:ln w="6350">
            <a:solidFill>
              <a:srgbClr val="731E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419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394C744-C333-0E6C-E317-A707B59AE9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419" sz="1400" b="1" noProof="0" dirty="0"/>
              <a:t>CÓMO ENPEZAMOS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D1E053A-E09F-7A0B-3C74-4D53F0B4591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1570" y="3090372"/>
            <a:ext cx="2347152" cy="2347152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44A50D95-AE64-6A87-0D1D-D587561A9245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14991" y="2084683"/>
            <a:ext cx="2413619" cy="2413619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33252104-972B-2870-A8EB-36F947188D7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27812" y="3349129"/>
            <a:ext cx="1995750" cy="1995750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9F317300-B6EB-93E3-E6C2-FC05801B71C9}"/>
              </a:ext>
            </a:extLst>
          </p:cNvPr>
          <p:cNvSpPr txBox="1"/>
          <p:nvPr/>
        </p:nvSpPr>
        <p:spPr>
          <a:xfrm>
            <a:off x="482400" y="973953"/>
            <a:ext cx="3268800" cy="532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rgbClr val="592D84"/>
              </a:buClr>
            </a:pPr>
            <a:r>
              <a:rPr lang="es-419" sz="1000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Clavos intramedulares serán los primeros productos introducidos al mercado mexicano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ABC0343B-0318-F11D-1C4C-7BE1B79CE0AA}"/>
              </a:ext>
            </a:extLst>
          </p:cNvPr>
          <p:cNvSpPr txBox="1"/>
          <p:nvPr/>
        </p:nvSpPr>
        <p:spPr>
          <a:xfrm>
            <a:off x="5080178" y="973953"/>
            <a:ext cx="3268800" cy="1224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rgbClr val="592D84"/>
              </a:buClr>
              <a:buFont typeface="Wingdings" panose="05000000000000000000" pitchFamily="2" charset="2"/>
              <a:buChar char="ü"/>
            </a:pPr>
            <a:r>
              <a:rPr lang="es-419" sz="1000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Clavos intramedulares de tibia</a:t>
            </a:r>
          </a:p>
          <a:p>
            <a:pPr marL="171450" indent="-171450">
              <a:lnSpc>
                <a:spcPct val="150000"/>
              </a:lnSpc>
              <a:buClr>
                <a:srgbClr val="592D84"/>
              </a:buClr>
              <a:buFont typeface="Wingdings" panose="05000000000000000000" pitchFamily="2" charset="2"/>
              <a:buChar char="ü"/>
            </a:pPr>
            <a:r>
              <a:rPr lang="es-419" sz="1000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Clavos intramedulares de fémur</a:t>
            </a:r>
          </a:p>
          <a:p>
            <a:pPr marL="171450" indent="-171450">
              <a:lnSpc>
                <a:spcPct val="150000"/>
              </a:lnSpc>
              <a:buClr>
                <a:srgbClr val="592D84"/>
              </a:buClr>
              <a:buFont typeface="Wingdings" panose="05000000000000000000" pitchFamily="2" charset="2"/>
              <a:buChar char="ü"/>
            </a:pPr>
            <a:r>
              <a:rPr lang="es-419" sz="1000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Clavos intramedulares trocantérico femoral</a:t>
            </a:r>
          </a:p>
          <a:p>
            <a:pPr marL="171450" indent="-171450">
              <a:lnSpc>
                <a:spcPct val="150000"/>
              </a:lnSpc>
              <a:buClr>
                <a:srgbClr val="592D84"/>
              </a:buClr>
              <a:buFont typeface="Wingdings" panose="05000000000000000000" pitchFamily="2" charset="2"/>
              <a:buChar char="ü"/>
            </a:pPr>
            <a:r>
              <a:rPr lang="es-419" sz="1000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Clavos intramedulares de húmero</a:t>
            </a:r>
          </a:p>
          <a:p>
            <a:pPr marL="171450" indent="-171450">
              <a:lnSpc>
                <a:spcPct val="150000"/>
              </a:lnSpc>
              <a:buClr>
                <a:srgbClr val="592D84"/>
              </a:buClr>
              <a:buFont typeface="Wingdings" panose="05000000000000000000" pitchFamily="2" charset="2"/>
              <a:buChar char="ü"/>
            </a:pPr>
            <a:r>
              <a:rPr lang="es-419" sz="1000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Clavos flexibles</a:t>
            </a:r>
          </a:p>
        </p:txBody>
      </p:sp>
    </p:spTree>
    <p:extLst>
      <p:ext uri="{BB962C8B-B14F-4D97-AF65-F5344CB8AC3E}">
        <p14:creationId xmlns:p14="http://schemas.microsoft.com/office/powerpoint/2010/main" val="3388073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57ED1-304E-CB72-46DB-E4EDC99F1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9850DE9B-88F7-6F51-6A3F-FAA4BA7949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3364" y="296402"/>
            <a:ext cx="6989762" cy="789420"/>
          </a:xfrm>
        </p:spPr>
        <p:txBody>
          <a:bodyPr>
            <a:normAutofit/>
          </a:bodyPr>
          <a:lstStyle/>
          <a:p>
            <a:r>
              <a:rPr lang="es-419" sz="2000" b="1" noProof="0" dirty="0"/>
              <a:t>Comunicación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AAC5204-6972-6C30-3F3A-FE9A75BC028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167" r="-3527"/>
          <a:stretch>
            <a:fillRect/>
          </a:stretch>
        </p:blipFill>
        <p:spPr>
          <a:xfrm>
            <a:off x="7598258" y="2387028"/>
            <a:ext cx="992292" cy="995373"/>
          </a:xfrm>
          <a:prstGeom prst="flowChartConnector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6FACA632-3CFA-6F1C-C927-C99B78BE9947}"/>
              </a:ext>
            </a:extLst>
          </p:cNvPr>
          <p:cNvCxnSpPr>
            <a:cxnSpLocks/>
            <a:endCxn id="18" idx="3"/>
          </p:cNvCxnSpPr>
          <p:nvPr/>
        </p:nvCxnSpPr>
        <p:spPr>
          <a:xfrm flipV="1">
            <a:off x="252648" y="2397793"/>
            <a:ext cx="8212220" cy="43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73E74FFD-7CE2-9C91-4AC5-DA4E7879C713}"/>
              </a:ext>
            </a:extLst>
          </p:cNvPr>
          <p:cNvSpPr txBox="1"/>
          <p:nvPr/>
        </p:nvSpPr>
        <p:spPr>
          <a:xfrm>
            <a:off x="83807" y="1684853"/>
            <a:ext cx="809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sz="1200" b="1" noProof="0" dirty="0">
                <a:latin typeface="Poppins" panose="00000500000000000000" pitchFamily="2" charset="0"/>
                <a:ea typeface="Artifakt Element" panose="020B0503050000020004" pitchFamily="34" charset="0"/>
                <a:cs typeface="Poppins" panose="00000500000000000000" pitchFamily="2" charset="0"/>
              </a:rPr>
              <a:t>Público interno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BFD3584-74FE-824A-F1AC-9C89E14E4C58}"/>
              </a:ext>
            </a:extLst>
          </p:cNvPr>
          <p:cNvSpPr txBox="1"/>
          <p:nvPr/>
        </p:nvSpPr>
        <p:spPr>
          <a:xfrm>
            <a:off x="149180" y="3044746"/>
            <a:ext cx="809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sz="1200" b="1" noProof="0" dirty="0">
                <a:latin typeface="Poppins" panose="00000500000000000000" pitchFamily="2" charset="0"/>
                <a:ea typeface="Artifakt Element" panose="020B0503050000020004" pitchFamily="34" charset="0"/>
                <a:cs typeface="Poppins" panose="00000500000000000000" pitchFamily="2" charset="0"/>
              </a:rPr>
              <a:t>Público externo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11AF2D2D-E5ED-6A91-9BDF-1756BD58D0F8}"/>
              </a:ext>
            </a:extLst>
          </p:cNvPr>
          <p:cNvGrpSpPr/>
          <p:nvPr/>
        </p:nvGrpSpPr>
        <p:grpSpPr>
          <a:xfrm rot="10800000">
            <a:off x="3577362" y="2402094"/>
            <a:ext cx="184355" cy="624964"/>
            <a:chOff x="1838632" y="2743199"/>
            <a:chExt cx="245807" cy="833285"/>
          </a:xfrm>
        </p:grpSpPr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E1BE49E5-57D3-DC49-5DDC-8B9E89564C70}"/>
                </a:ext>
              </a:extLst>
            </p:cNvPr>
            <p:cNvCxnSpPr/>
            <p:nvPr/>
          </p:nvCxnSpPr>
          <p:spPr>
            <a:xfrm>
              <a:off x="1966452" y="2871019"/>
              <a:ext cx="0" cy="7054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EF483F74-78F6-5A3F-1FDC-1BD2DD20A561}"/>
                </a:ext>
              </a:extLst>
            </p:cNvPr>
            <p:cNvSpPr/>
            <p:nvPr/>
          </p:nvSpPr>
          <p:spPr>
            <a:xfrm>
              <a:off x="1838632" y="2743199"/>
              <a:ext cx="245807" cy="24580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419" sz="1013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BC92ED0-CA9F-9CDD-6317-48497756C70A}"/>
              </a:ext>
            </a:extLst>
          </p:cNvPr>
          <p:cNvSpPr txBox="1"/>
          <p:nvPr/>
        </p:nvSpPr>
        <p:spPr>
          <a:xfrm>
            <a:off x="3060192" y="2101730"/>
            <a:ext cx="12327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800" b="1" noProof="0" dirty="0">
                <a:latin typeface="Poppins" panose="00000500000000000000" pitchFamily="2" charset="0"/>
                <a:ea typeface="Artifakt Element" panose="020B0503050000020004" pitchFamily="34" charset="0"/>
                <a:cs typeface="Poppins" panose="00000500000000000000" pitchFamily="2" charset="0"/>
              </a:rPr>
              <a:t>10/Septiembre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9FADB8E-1191-7111-62BC-A6E8FEAD1C0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21196" y="2845457"/>
            <a:ext cx="934225" cy="937126"/>
          </a:xfrm>
          <a:prstGeom prst="flowChartConnector">
            <a:avLst/>
          </a:prstGeom>
        </p:spPr>
      </p:pic>
      <p:grpSp>
        <p:nvGrpSpPr>
          <p:cNvPr id="16" name="Agrupar 15">
            <a:extLst>
              <a:ext uri="{FF2B5EF4-FFF2-40B4-BE49-F238E27FC236}">
                <a16:creationId xmlns:a16="http://schemas.microsoft.com/office/drawing/2014/main" id="{FE1E1E6E-A8AA-6B4F-30C5-FED9C48F7758}"/>
              </a:ext>
            </a:extLst>
          </p:cNvPr>
          <p:cNvGrpSpPr/>
          <p:nvPr/>
        </p:nvGrpSpPr>
        <p:grpSpPr>
          <a:xfrm>
            <a:off x="7713808" y="2266465"/>
            <a:ext cx="751060" cy="262656"/>
            <a:chOff x="1260298" y="2704224"/>
            <a:chExt cx="1431982" cy="438709"/>
          </a:xfrm>
        </p:grpSpPr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7AE77D6B-9733-F47B-A2A3-D3F2F5423E17}"/>
                </a:ext>
              </a:extLst>
            </p:cNvPr>
            <p:cNvSpPr/>
            <p:nvPr/>
          </p:nvSpPr>
          <p:spPr>
            <a:xfrm>
              <a:off x="1838632" y="2743199"/>
              <a:ext cx="245807" cy="24580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419" sz="1013" noProof="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1C816E44-2CD9-A893-3EA3-40CF8093D8C1}"/>
                </a:ext>
              </a:extLst>
            </p:cNvPr>
            <p:cNvSpPr/>
            <p:nvPr/>
          </p:nvSpPr>
          <p:spPr>
            <a:xfrm>
              <a:off x="1260298" y="2704224"/>
              <a:ext cx="1431982" cy="438709"/>
            </a:xfrm>
            <a:prstGeom prst="roundRect">
              <a:avLst/>
            </a:prstGeom>
            <a:solidFill>
              <a:srgbClr val="5C328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endParaRPr lang="es-419" sz="1013" noProof="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95856403-445F-2D02-87CB-17941E2E7B57}"/>
                </a:ext>
              </a:extLst>
            </p:cNvPr>
            <p:cNvSpPr txBox="1"/>
            <p:nvPr/>
          </p:nvSpPr>
          <p:spPr>
            <a:xfrm>
              <a:off x="1346279" y="2756494"/>
              <a:ext cx="1294700" cy="3181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68580" tIns="34290" rIns="68580" bIns="34290" rtlCol="0" anchor="t">
              <a:spAutoFit/>
            </a:bodyPr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788" noProof="0" dirty="0">
                  <a:solidFill>
                    <a:srgbClr val="FFFFFF"/>
                  </a:solidFill>
                  <a:latin typeface="Poppins" panose="00000500000000000000" pitchFamily="2" charset="0"/>
                  <a:ea typeface="Artifakt Element" panose="020B0503050000020004" pitchFamily="34" charset="0"/>
                  <a:cs typeface="Poppins" panose="00000500000000000000" pitchFamily="2" charset="0"/>
                </a:rPr>
                <a:t>FEMECOT</a:t>
              </a:r>
            </a:p>
          </p:txBody>
        </p:sp>
      </p:grpSp>
      <p:pic>
        <p:nvPicPr>
          <p:cNvPr id="20" name="Imagem 19">
            <a:extLst>
              <a:ext uri="{FF2B5EF4-FFF2-40B4-BE49-F238E27FC236}">
                <a16:creationId xmlns:a16="http://schemas.microsoft.com/office/drawing/2014/main" id="{F61F8038-AA08-226B-724C-83328849FDF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7340" r="-1143"/>
          <a:stretch>
            <a:fillRect/>
          </a:stretch>
        </p:blipFill>
        <p:spPr>
          <a:xfrm>
            <a:off x="4688752" y="2787122"/>
            <a:ext cx="1095869" cy="1099272"/>
          </a:xfrm>
          <a:prstGeom prst="flowChartConnector">
            <a:avLst/>
          </a:prstGeom>
        </p:spPr>
      </p:pic>
      <p:grpSp>
        <p:nvGrpSpPr>
          <p:cNvPr id="21" name="Agrupar 20">
            <a:extLst>
              <a:ext uri="{FF2B5EF4-FFF2-40B4-BE49-F238E27FC236}">
                <a16:creationId xmlns:a16="http://schemas.microsoft.com/office/drawing/2014/main" id="{73A41573-28CD-93EE-69FC-F8712863F420}"/>
              </a:ext>
            </a:extLst>
          </p:cNvPr>
          <p:cNvGrpSpPr/>
          <p:nvPr/>
        </p:nvGrpSpPr>
        <p:grpSpPr>
          <a:xfrm rot="10800000">
            <a:off x="5100684" y="2397616"/>
            <a:ext cx="184355" cy="624964"/>
            <a:chOff x="1838632" y="2743199"/>
            <a:chExt cx="245807" cy="833285"/>
          </a:xfrm>
        </p:grpSpPr>
        <p:cxnSp>
          <p:nvCxnSpPr>
            <p:cNvPr id="22" name="Conector reto 21">
              <a:extLst>
                <a:ext uri="{FF2B5EF4-FFF2-40B4-BE49-F238E27FC236}">
                  <a16:creationId xmlns:a16="http://schemas.microsoft.com/office/drawing/2014/main" id="{37E32D43-13E4-E378-8CC2-3C4C16F9AAD6}"/>
                </a:ext>
              </a:extLst>
            </p:cNvPr>
            <p:cNvCxnSpPr/>
            <p:nvPr/>
          </p:nvCxnSpPr>
          <p:spPr>
            <a:xfrm>
              <a:off x="1966452" y="2871019"/>
              <a:ext cx="0" cy="7054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743606D3-6E46-9115-89D0-E186432E7211}"/>
                </a:ext>
              </a:extLst>
            </p:cNvPr>
            <p:cNvSpPr/>
            <p:nvPr/>
          </p:nvSpPr>
          <p:spPr>
            <a:xfrm>
              <a:off x="1838632" y="2743199"/>
              <a:ext cx="245807" cy="24580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419" sz="1013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57339C0-B059-8ECA-49C9-3296A0861819}"/>
              </a:ext>
            </a:extLst>
          </p:cNvPr>
          <p:cNvGrpSpPr/>
          <p:nvPr/>
        </p:nvGrpSpPr>
        <p:grpSpPr>
          <a:xfrm>
            <a:off x="4443914" y="2692275"/>
            <a:ext cx="1578230" cy="340883"/>
            <a:chOff x="1260298" y="2688423"/>
            <a:chExt cx="1431982" cy="454510"/>
          </a:xfrm>
        </p:grpSpPr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BC7C1143-ABD7-25B3-D52E-7477447953A7}"/>
                </a:ext>
              </a:extLst>
            </p:cNvPr>
            <p:cNvSpPr/>
            <p:nvPr/>
          </p:nvSpPr>
          <p:spPr>
            <a:xfrm>
              <a:off x="1838632" y="2743199"/>
              <a:ext cx="245807" cy="24580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419" sz="1013" b="1" noProof="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D8ED8565-8796-9597-1962-588D3847272A}"/>
                </a:ext>
              </a:extLst>
            </p:cNvPr>
            <p:cNvSpPr/>
            <p:nvPr/>
          </p:nvSpPr>
          <p:spPr>
            <a:xfrm>
              <a:off x="1260298" y="2704224"/>
              <a:ext cx="1431982" cy="438709"/>
            </a:xfrm>
            <a:prstGeom prst="roundRect">
              <a:avLst/>
            </a:prstGeom>
            <a:solidFill>
              <a:srgbClr val="5C328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endParaRPr lang="es-419" sz="1013" noProof="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E74FC04A-121F-2DD5-BDC0-F4B5CB5948C7}"/>
                </a:ext>
              </a:extLst>
            </p:cNvPr>
            <p:cNvSpPr txBox="1"/>
            <p:nvPr/>
          </p:nvSpPr>
          <p:spPr>
            <a:xfrm>
              <a:off x="1318851" y="2688423"/>
              <a:ext cx="1294699" cy="4442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68580" tIns="34290" rIns="68580" bIns="34290" rtlCol="0" anchor="t">
              <a:spAutoFit/>
            </a:bodyPr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s-419" sz="600" noProof="0" dirty="0" err="1">
                  <a:solidFill>
                    <a:srgbClr val="FFFFFF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Kickoff</a:t>
              </a:r>
              <a:r>
                <a:rPr lang="es-419" sz="600" noProof="0" dirty="0">
                  <a:solidFill>
                    <a:srgbClr val="FFFFFF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es-419" sz="600" b="1" noProof="0" dirty="0">
                  <a:solidFill>
                    <a:srgbClr val="FFFFFF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Instagram </a:t>
              </a:r>
              <a:r>
                <a:rPr lang="es-419" sz="600" b="1" noProof="0" dirty="0" err="1">
                  <a:solidFill>
                    <a:srgbClr val="FFFFFF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NeoOrthoMx</a:t>
              </a:r>
              <a:r>
                <a:rPr lang="es-419" sz="600" b="1" noProof="0" dirty="0">
                  <a:solidFill>
                    <a:srgbClr val="FFFFFF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es-419" sz="600" noProof="0" dirty="0">
                  <a:solidFill>
                    <a:srgbClr val="FFFFFF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+ Campaña Vivir en Movimiento</a:t>
              </a:r>
              <a:endParaRPr lang="es-419" sz="11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6F5894ED-747C-350C-96BA-656475489DFC}"/>
              </a:ext>
            </a:extLst>
          </p:cNvPr>
          <p:cNvSpPr txBox="1"/>
          <p:nvPr/>
        </p:nvSpPr>
        <p:spPr>
          <a:xfrm>
            <a:off x="7472976" y="1982859"/>
            <a:ext cx="12327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800" b="1" noProof="0" dirty="0">
                <a:latin typeface="Poppins" panose="00000500000000000000" pitchFamily="2" charset="0"/>
                <a:ea typeface="Artifakt Element" panose="020B0503050000020004" pitchFamily="34" charset="0"/>
                <a:cs typeface="Poppins" panose="00000500000000000000" pitchFamily="2" charset="0"/>
              </a:rPr>
              <a:t>21-24/Octubre</a:t>
            </a:r>
          </a:p>
        </p:txBody>
      </p: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8B1AC50A-E705-5D78-A260-7825BEE7CB15}"/>
              </a:ext>
            </a:extLst>
          </p:cNvPr>
          <p:cNvCxnSpPr/>
          <p:nvPr/>
        </p:nvCxnSpPr>
        <p:spPr>
          <a:xfrm rot="10800000">
            <a:off x="1898194" y="1855720"/>
            <a:ext cx="0" cy="5290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Imagem 30">
            <a:extLst>
              <a:ext uri="{FF2B5EF4-FFF2-40B4-BE49-F238E27FC236}">
                <a16:creationId xmlns:a16="http://schemas.microsoft.com/office/drawing/2014/main" id="{DDDC27D4-1027-7637-1BDA-AF9A2B038BA2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94246" y="1057939"/>
            <a:ext cx="820840" cy="823389"/>
          </a:xfrm>
          <a:prstGeom prst="flowChartConnector">
            <a:avLst/>
          </a:prstGeom>
        </p:spPr>
      </p:pic>
      <p:grpSp>
        <p:nvGrpSpPr>
          <p:cNvPr id="32" name="Agrupar 31">
            <a:extLst>
              <a:ext uri="{FF2B5EF4-FFF2-40B4-BE49-F238E27FC236}">
                <a16:creationId xmlns:a16="http://schemas.microsoft.com/office/drawing/2014/main" id="{AFC6A665-2981-B29F-D18E-4475835B6AD4}"/>
              </a:ext>
            </a:extLst>
          </p:cNvPr>
          <p:cNvGrpSpPr/>
          <p:nvPr/>
        </p:nvGrpSpPr>
        <p:grpSpPr>
          <a:xfrm>
            <a:off x="1136708" y="1747949"/>
            <a:ext cx="1535916" cy="905658"/>
            <a:chOff x="1158629" y="2704224"/>
            <a:chExt cx="1573735" cy="1207545"/>
          </a:xfrm>
        </p:grpSpPr>
        <p:grpSp>
          <p:nvGrpSpPr>
            <p:cNvPr id="33" name="Agrupar 32">
              <a:extLst>
                <a:ext uri="{FF2B5EF4-FFF2-40B4-BE49-F238E27FC236}">
                  <a16:creationId xmlns:a16="http://schemas.microsoft.com/office/drawing/2014/main" id="{08319F34-14F0-81D4-030C-6D00F6C8CC31}"/>
                </a:ext>
              </a:extLst>
            </p:cNvPr>
            <p:cNvGrpSpPr/>
            <p:nvPr/>
          </p:nvGrpSpPr>
          <p:grpSpPr>
            <a:xfrm>
              <a:off x="1838632" y="2743199"/>
              <a:ext cx="245807" cy="833285"/>
              <a:chOff x="1838632" y="2743199"/>
              <a:chExt cx="245807" cy="833285"/>
            </a:xfrm>
          </p:grpSpPr>
          <p:cxnSp>
            <p:nvCxnSpPr>
              <p:cNvPr id="37" name="Conector reto 36">
                <a:extLst>
                  <a:ext uri="{FF2B5EF4-FFF2-40B4-BE49-F238E27FC236}">
                    <a16:creationId xmlns:a16="http://schemas.microsoft.com/office/drawing/2014/main" id="{3A1E9F28-C46A-D7CD-F01B-B2621C5E4D7F}"/>
                  </a:ext>
                </a:extLst>
              </p:cNvPr>
              <p:cNvCxnSpPr/>
              <p:nvPr/>
            </p:nvCxnSpPr>
            <p:spPr>
              <a:xfrm>
                <a:off x="1966452" y="2871019"/>
                <a:ext cx="0" cy="705465"/>
              </a:xfrm>
              <a:prstGeom prst="line">
                <a:avLst/>
              </a:prstGeom>
              <a:ln>
                <a:noFill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Elipse 37">
                <a:extLst>
                  <a:ext uri="{FF2B5EF4-FFF2-40B4-BE49-F238E27FC236}">
                    <a16:creationId xmlns:a16="http://schemas.microsoft.com/office/drawing/2014/main" id="{1BE9CB20-F709-D580-F40B-B8845F67A941}"/>
                  </a:ext>
                </a:extLst>
              </p:cNvPr>
              <p:cNvSpPr/>
              <p:nvPr/>
            </p:nvSpPr>
            <p:spPr>
              <a:xfrm>
                <a:off x="1838632" y="2743199"/>
                <a:ext cx="245807" cy="24580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pt-BR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419" sz="1013" noProof="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EB783FE0-8208-3C01-D6AA-7D12B234BEBC}"/>
                </a:ext>
              </a:extLst>
            </p:cNvPr>
            <p:cNvSpPr/>
            <p:nvPr/>
          </p:nvSpPr>
          <p:spPr>
            <a:xfrm>
              <a:off x="1260298" y="2704224"/>
              <a:ext cx="1431982" cy="438709"/>
            </a:xfrm>
            <a:prstGeom prst="roundRect">
              <a:avLst/>
            </a:prstGeom>
            <a:solidFill>
              <a:srgbClr val="14B1B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endParaRPr lang="es-419" sz="1013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94213A61-9F57-9EE6-503F-7E4DC69162E2}"/>
                </a:ext>
              </a:extLst>
            </p:cNvPr>
            <p:cNvSpPr txBox="1"/>
            <p:nvPr/>
          </p:nvSpPr>
          <p:spPr>
            <a:xfrm>
              <a:off x="1158629" y="2718343"/>
              <a:ext cx="1573735" cy="410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700" b="1" noProof="0" dirty="0">
                  <a:solidFill>
                    <a:srgbClr val="FFFFFF"/>
                  </a:solidFill>
                  <a:latin typeface="Poppins" panose="00000500000000000000" pitchFamily="2" charset="0"/>
                  <a:ea typeface="Artifakt Element" panose="020B0503050000020004" pitchFamily="34" charset="0"/>
                  <a:cs typeface="Poppins" panose="00000500000000000000" pitchFamily="2" charset="0"/>
                </a:rPr>
                <a:t>Entrega Paquete Institucional </a:t>
              </a:r>
              <a:r>
                <a:rPr lang="es-419" sz="700" b="1" noProof="0" dirty="0" err="1">
                  <a:solidFill>
                    <a:srgbClr val="FFFFFF"/>
                  </a:solidFill>
                  <a:latin typeface="Poppins" panose="00000500000000000000" pitchFamily="2" charset="0"/>
                  <a:ea typeface="Artifakt Element" panose="020B0503050000020004" pitchFamily="34" charset="0"/>
                  <a:cs typeface="Poppins" panose="00000500000000000000" pitchFamily="2" charset="0"/>
                </a:rPr>
                <a:t>NeoOrtho</a:t>
              </a:r>
              <a:r>
                <a:rPr lang="es-419" sz="700" b="1" noProof="0" dirty="0">
                  <a:solidFill>
                    <a:srgbClr val="FFFFFF"/>
                  </a:solidFill>
                  <a:latin typeface="Poppins" panose="00000500000000000000" pitchFamily="2" charset="0"/>
                  <a:ea typeface="Artifakt Element" panose="020B0503050000020004" pitchFamily="34" charset="0"/>
                  <a:cs typeface="Poppins" panose="00000500000000000000" pitchFamily="2" charset="0"/>
                </a:rPr>
                <a:t> ESP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7D17A1F-FF31-6C68-D58C-2ED94FFF28BD}"/>
                </a:ext>
              </a:extLst>
            </p:cNvPr>
            <p:cNvSpPr txBox="1"/>
            <p:nvPr/>
          </p:nvSpPr>
          <p:spPr>
            <a:xfrm>
              <a:off x="1421891" y="3624510"/>
              <a:ext cx="1079288" cy="2872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800" b="1" noProof="0" dirty="0">
                  <a:latin typeface="Poppins" panose="00000500000000000000" pitchFamily="2" charset="0"/>
                  <a:ea typeface="Artifakt Element" panose="020B0503050000020004" pitchFamily="34" charset="0"/>
                  <a:cs typeface="Poppins" panose="00000500000000000000" pitchFamily="2" charset="0"/>
                </a:rPr>
                <a:t>20/Agosto</a:t>
              </a:r>
            </a:p>
          </p:txBody>
        </p:sp>
      </p:grpSp>
      <p:pic>
        <p:nvPicPr>
          <p:cNvPr id="39" name="Imagem 38">
            <a:extLst>
              <a:ext uri="{FF2B5EF4-FFF2-40B4-BE49-F238E27FC236}">
                <a16:creationId xmlns:a16="http://schemas.microsoft.com/office/drawing/2014/main" id="{F0C0919E-DB81-AFCC-85B5-02ADD33FA552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5239"/>
          <a:stretch>
            <a:fillRect/>
          </a:stretch>
        </p:blipFill>
        <p:spPr>
          <a:xfrm>
            <a:off x="3146470" y="2787122"/>
            <a:ext cx="1095869" cy="1099272"/>
          </a:xfrm>
          <a:prstGeom prst="flowChartConnector">
            <a:avLst/>
          </a:prstGeom>
        </p:spPr>
      </p:pic>
      <p:grpSp>
        <p:nvGrpSpPr>
          <p:cNvPr id="40" name="Agrupar 39">
            <a:extLst>
              <a:ext uri="{FF2B5EF4-FFF2-40B4-BE49-F238E27FC236}">
                <a16:creationId xmlns:a16="http://schemas.microsoft.com/office/drawing/2014/main" id="{976953F7-DA42-5F5D-DAAA-B7E7BBDAFC88}"/>
              </a:ext>
            </a:extLst>
          </p:cNvPr>
          <p:cNvGrpSpPr/>
          <p:nvPr/>
        </p:nvGrpSpPr>
        <p:grpSpPr>
          <a:xfrm>
            <a:off x="3116948" y="2677997"/>
            <a:ext cx="1037362" cy="344584"/>
            <a:chOff x="1254109" y="2704224"/>
            <a:chExt cx="1136204" cy="459445"/>
          </a:xfrm>
        </p:grpSpPr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81905FE3-C39B-9C42-5E53-A69A6CD63EF1}"/>
                </a:ext>
              </a:extLst>
            </p:cNvPr>
            <p:cNvSpPr/>
            <p:nvPr/>
          </p:nvSpPr>
          <p:spPr>
            <a:xfrm>
              <a:off x="1838632" y="2743199"/>
              <a:ext cx="245807" cy="24580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419" sz="1013" noProof="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2" name="Retângulo: Cantos Arredondados 41">
              <a:extLst>
                <a:ext uri="{FF2B5EF4-FFF2-40B4-BE49-F238E27FC236}">
                  <a16:creationId xmlns:a16="http://schemas.microsoft.com/office/drawing/2014/main" id="{9516C158-D193-C993-BD93-A2EF5EFFE27D}"/>
                </a:ext>
              </a:extLst>
            </p:cNvPr>
            <p:cNvSpPr/>
            <p:nvPr/>
          </p:nvSpPr>
          <p:spPr>
            <a:xfrm>
              <a:off x="1260297" y="2704224"/>
              <a:ext cx="1130012" cy="455197"/>
            </a:xfrm>
            <a:prstGeom prst="roundRect">
              <a:avLst/>
            </a:prstGeom>
            <a:solidFill>
              <a:srgbClr val="5C328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endParaRPr lang="es-419" sz="1013" noProof="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7081C666-A1DD-DDF9-F741-A74D1B8CA35F}"/>
                </a:ext>
              </a:extLst>
            </p:cNvPr>
            <p:cNvSpPr txBox="1"/>
            <p:nvPr/>
          </p:nvSpPr>
          <p:spPr>
            <a:xfrm>
              <a:off x="1254109" y="2717223"/>
              <a:ext cx="1136204" cy="4464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788" noProof="0" dirty="0">
                  <a:solidFill>
                    <a:srgbClr val="FFFFFF"/>
                  </a:solidFill>
                  <a:latin typeface="Poppins" panose="00000500000000000000" pitchFamily="2" charset="0"/>
                  <a:ea typeface="Artifakt Element" panose="020B0503050000020004" pitchFamily="34" charset="0"/>
                  <a:cs typeface="Poppins" panose="00000500000000000000" pitchFamily="2" charset="0"/>
                </a:rPr>
                <a:t>Sitio Web </a:t>
              </a:r>
              <a:r>
                <a:rPr lang="es-419" sz="788" noProof="0" dirty="0" err="1">
                  <a:solidFill>
                    <a:srgbClr val="FFFFFF"/>
                  </a:solidFill>
                  <a:latin typeface="Poppins" panose="00000500000000000000" pitchFamily="2" charset="0"/>
                  <a:ea typeface="Artifakt Element" panose="020B0503050000020004" pitchFamily="34" charset="0"/>
                  <a:cs typeface="Poppins" panose="00000500000000000000" pitchFamily="2" charset="0"/>
                </a:rPr>
                <a:t>NeoOrtho</a:t>
              </a:r>
              <a:r>
                <a:rPr lang="es-419" sz="788" noProof="0" dirty="0">
                  <a:solidFill>
                    <a:srgbClr val="FFFFFF"/>
                  </a:solidFill>
                  <a:latin typeface="Poppins" panose="00000500000000000000" pitchFamily="2" charset="0"/>
                  <a:ea typeface="Artifakt Element" panose="020B0503050000020004" pitchFamily="34" charset="0"/>
                  <a:cs typeface="Poppins" panose="00000500000000000000" pitchFamily="2" charset="0"/>
                </a:rPr>
                <a:t> Mexico</a:t>
              </a:r>
            </a:p>
          </p:txBody>
        </p:sp>
      </p:grpSp>
      <p:sp>
        <p:nvSpPr>
          <p:cNvPr id="50" name="Retângulo: Cantos Arredondados 49">
            <a:extLst>
              <a:ext uri="{FF2B5EF4-FFF2-40B4-BE49-F238E27FC236}">
                <a16:creationId xmlns:a16="http://schemas.microsoft.com/office/drawing/2014/main" id="{0532D9F9-EDE5-3426-9BCE-FA9868301095}"/>
              </a:ext>
            </a:extLst>
          </p:cNvPr>
          <p:cNvSpPr/>
          <p:nvPr/>
        </p:nvSpPr>
        <p:spPr>
          <a:xfrm>
            <a:off x="462657" y="4225897"/>
            <a:ext cx="5252258" cy="687925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419" sz="1013" noProof="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1" name="Title 104">
            <a:extLst>
              <a:ext uri="{FF2B5EF4-FFF2-40B4-BE49-F238E27FC236}">
                <a16:creationId xmlns:a16="http://schemas.microsoft.com/office/drawing/2014/main" id="{1CBF1153-CF2F-0CC5-B5C9-30BF1BCA542C}"/>
              </a:ext>
            </a:extLst>
          </p:cNvPr>
          <p:cNvSpPr txBox="1">
            <a:spLocks/>
          </p:cNvSpPr>
          <p:nvPr/>
        </p:nvSpPr>
        <p:spPr>
          <a:xfrm>
            <a:off x="802655" y="4240176"/>
            <a:ext cx="912198" cy="66918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sz="900" b="1" noProof="0" dirty="0">
                <a:solidFill>
                  <a:schemeClr val="accent1"/>
                </a:solidFill>
                <a:latin typeface="Poppins" panose="00000500000000000000" pitchFamily="2" charset="0"/>
                <a:ea typeface="Artifakt Element" panose="020B0503050000020004" pitchFamily="34" charset="0"/>
                <a:cs typeface="Poppins" panose="00000500000000000000" pitchFamily="2" charset="0"/>
              </a:rPr>
              <a:t>PAQUETE</a:t>
            </a:r>
            <a:br>
              <a:rPr lang="es-419" sz="900" b="1" noProof="0" dirty="0">
                <a:solidFill>
                  <a:schemeClr val="accent1"/>
                </a:solidFill>
                <a:latin typeface="Poppins" panose="00000500000000000000" pitchFamily="2" charset="0"/>
                <a:ea typeface="Artifakt Element" panose="020B0503050000020004" pitchFamily="34" charset="0"/>
                <a:cs typeface="Poppins" panose="00000500000000000000" pitchFamily="2" charset="0"/>
              </a:rPr>
            </a:br>
            <a:r>
              <a:rPr lang="es-419" sz="900" b="1" noProof="0" dirty="0">
                <a:solidFill>
                  <a:schemeClr val="accent1"/>
                </a:solidFill>
                <a:latin typeface="Poppins" panose="00000500000000000000" pitchFamily="2" charset="0"/>
                <a:ea typeface="Artifakt Element" panose="020B0503050000020004" pitchFamily="34" charset="0"/>
                <a:cs typeface="Poppins" panose="00000500000000000000" pitchFamily="2" charset="0"/>
              </a:rPr>
              <a:t>INSTITUCIONAL ESP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0F1B80CA-7BA2-0958-F47B-5A2C8866F19E}"/>
              </a:ext>
            </a:extLst>
          </p:cNvPr>
          <p:cNvSpPr txBox="1"/>
          <p:nvPr/>
        </p:nvSpPr>
        <p:spPr>
          <a:xfrm>
            <a:off x="1895190" y="4286659"/>
            <a:ext cx="3768675" cy="561692"/>
          </a:xfrm>
          <a:prstGeom prst="rect">
            <a:avLst/>
          </a:prstGeom>
          <a:noFill/>
        </p:spPr>
        <p:txBody>
          <a:bodyPr wrap="square" lIns="68580" tIns="34290" rIns="68580" bIns="34290" rtlCol="0" anchor="ctr">
            <a:spAutoFit/>
          </a:bodyPr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sz="8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Hub </a:t>
            </a:r>
            <a:r>
              <a:rPr lang="es-419" sz="800" b="1" noProof="0" dirty="0" err="1">
                <a:latin typeface="Poppins" panose="00000500000000000000" pitchFamily="2" charset="0"/>
                <a:cs typeface="Poppins" panose="00000500000000000000" pitchFamily="2" charset="0"/>
              </a:rPr>
              <a:t>NeoOrtho</a:t>
            </a:r>
            <a:r>
              <a:rPr lang="es-419" sz="8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419" sz="800" noProof="0" dirty="0" err="1">
                <a:latin typeface="Poppins" panose="00000500000000000000" pitchFamily="2" charset="0"/>
                <a:cs typeface="Poppins" panose="00000500000000000000" pitchFamily="2" charset="0"/>
              </a:rPr>
              <a:t>com</a:t>
            </a:r>
            <a:r>
              <a:rPr lang="es-419" sz="800" noProof="0" dirty="0">
                <a:latin typeface="Poppins" panose="00000500000000000000" pitchFamily="2" charset="0"/>
                <a:cs typeface="Poppins" panose="00000500000000000000" pitchFamily="2" charset="0"/>
              </a:rPr>
              <a:t> Manual de Marca, Presentación Institucional, Catálogos y Técnicas quirúrgicas, Video Manifiesto, Plantilla para certificados y invitaciones, Video del proceso productivo, Video de la construcción, Video Parola, Presentación de producto y más. </a:t>
            </a:r>
            <a:endParaRPr lang="es-419" sz="788" noProof="0" dirty="0">
              <a:solidFill>
                <a:schemeClr val="accent1"/>
              </a:solidFill>
              <a:latin typeface="Poppins" panose="00000500000000000000" pitchFamily="2" charset="0"/>
              <a:ea typeface="Artifakt Element" panose="020B0503050000020004" pitchFamily="34" charset="0"/>
              <a:cs typeface="Poppins" panose="00000500000000000000" pitchFamily="2" charset="0"/>
            </a:endParaRPr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B7F74D36-E5A5-F02E-8771-3319114E829E}"/>
              </a:ext>
            </a:extLst>
          </p:cNvPr>
          <p:cNvSpPr/>
          <p:nvPr/>
        </p:nvSpPr>
        <p:spPr>
          <a:xfrm>
            <a:off x="5851337" y="4233080"/>
            <a:ext cx="2992574" cy="692609"/>
          </a:xfrm>
          <a:prstGeom prst="roundRect">
            <a:avLst/>
          </a:prstGeom>
          <a:noFill/>
          <a:ln>
            <a:solidFill>
              <a:srgbClr val="917C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419" sz="1013" noProof="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4" name="Title 104">
            <a:extLst>
              <a:ext uri="{FF2B5EF4-FFF2-40B4-BE49-F238E27FC236}">
                <a16:creationId xmlns:a16="http://schemas.microsoft.com/office/drawing/2014/main" id="{CE68E24D-A580-35B6-A893-9903712164F0}"/>
              </a:ext>
            </a:extLst>
          </p:cNvPr>
          <p:cNvSpPr txBox="1">
            <a:spLocks/>
          </p:cNvSpPr>
          <p:nvPr/>
        </p:nvSpPr>
        <p:spPr>
          <a:xfrm>
            <a:off x="6125756" y="4247358"/>
            <a:ext cx="930935" cy="687923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sz="900" b="1" noProof="0" dirty="0">
                <a:latin typeface="Poppins" panose="00000500000000000000" pitchFamily="2" charset="0"/>
                <a:ea typeface="Artifakt Element" panose="020B0503050000020004" pitchFamily="34" charset="0"/>
                <a:cs typeface="Poppins" panose="00000500000000000000" pitchFamily="2" charset="0"/>
              </a:rPr>
              <a:t>REDES SOCIALES</a:t>
            </a:r>
            <a:br>
              <a:rPr lang="es-419" sz="900" b="1" noProof="0" dirty="0">
                <a:latin typeface="Poppins" panose="00000500000000000000" pitchFamily="2" charset="0"/>
                <a:ea typeface="Artifakt Element" panose="020B0503050000020004" pitchFamily="34" charset="0"/>
                <a:cs typeface="Poppins" panose="00000500000000000000" pitchFamily="2" charset="0"/>
              </a:rPr>
            </a:br>
            <a:r>
              <a:rPr lang="es-419" sz="900" b="1" noProof="0" dirty="0">
                <a:latin typeface="Poppins" panose="00000500000000000000" pitchFamily="2" charset="0"/>
                <a:ea typeface="Artifakt Element" panose="020B0503050000020004" pitchFamily="34" charset="0"/>
                <a:cs typeface="Poppins" panose="00000500000000000000" pitchFamily="2" charset="0"/>
              </a:rPr>
              <a:t>+ CAMPAÑA VIVIR EM MOVIMIENTO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BB15CC97-CBBD-C5FF-AFC8-83CE4577371D}"/>
              </a:ext>
            </a:extLst>
          </p:cNvPr>
          <p:cNvSpPr txBox="1"/>
          <p:nvPr/>
        </p:nvSpPr>
        <p:spPr>
          <a:xfrm>
            <a:off x="7099247" y="4218300"/>
            <a:ext cx="1708152" cy="715581"/>
          </a:xfrm>
          <a:prstGeom prst="rect">
            <a:avLst/>
          </a:prstGeom>
          <a:noFill/>
        </p:spPr>
        <p:txBody>
          <a:bodyPr wrap="square" lIns="68580" tIns="34290" rIns="68580" bIns="34290" rtlCol="0" anchor="ctr">
            <a:spAutoFit/>
          </a:bodyPr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sz="700" noProof="0" dirty="0">
                <a:latin typeface="Poppins" panose="00000500000000000000" pitchFamily="2" charset="0"/>
                <a:ea typeface="Artifakt Element" panose="020B0503050000020004" pitchFamily="34" charset="0"/>
                <a:cs typeface="Poppins" panose="00000500000000000000" pitchFamily="2" charset="0"/>
              </a:rPr>
              <a:t>30 </a:t>
            </a:r>
            <a:r>
              <a:rPr lang="es-419" sz="700" noProof="0" dirty="0" err="1">
                <a:latin typeface="Poppins" panose="00000500000000000000" pitchFamily="2" charset="0"/>
                <a:ea typeface="Artifakt Element" panose="020B0503050000020004" pitchFamily="34" charset="0"/>
                <a:cs typeface="Poppins" panose="00000500000000000000" pitchFamily="2" charset="0"/>
              </a:rPr>
              <a:t>dias</a:t>
            </a:r>
            <a:r>
              <a:rPr lang="es-419" sz="700" noProof="0" dirty="0">
                <a:latin typeface="Poppins" panose="00000500000000000000" pitchFamily="2" charset="0"/>
                <a:ea typeface="Artifakt Element" panose="020B0503050000020004" pitchFamily="34" charset="0"/>
                <a:cs typeface="Poppins" panose="00000500000000000000" pitchFamily="2" charset="0"/>
              </a:rPr>
              <a:t> de contenido </a:t>
            </a:r>
            <a:r>
              <a:rPr lang="es-419" sz="700" noProof="0" dirty="0" err="1">
                <a:latin typeface="Poppins" panose="00000500000000000000" pitchFamily="2" charset="0"/>
                <a:ea typeface="Artifakt Element" panose="020B0503050000020004" pitchFamily="34" charset="0"/>
                <a:cs typeface="Poppins" panose="00000500000000000000" pitchFamily="2" charset="0"/>
              </a:rPr>
              <a:t>pre-congresso</a:t>
            </a:r>
            <a:r>
              <a:rPr lang="es-419" sz="700" noProof="0" dirty="0">
                <a:latin typeface="Poppins" panose="00000500000000000000" pitchFamily="2" charset="0"/>
                <a:ea typeface="Artifakt Element" panose="020B0503050000020004" pitchFamily="34" charset="0"/>
                <a:cs typeface="Poppins" panose="00000500000000000000" pitchFamily="2" charset="0"/>
              </a:rPr>
              <a:t> enfocado en el lanzamiento de la marca + presencia </a:t>
            </a:r>
            <a:r>
              <a:rPr lang="es-419" sz="700" noProof="0" dirty="0" err="1">
                <a:latin typeface="Poppins" panose="00000500000000000000" pitchFamily="2" charset="0"/>
                <a:ea typeface="Artifakt Element" panose="020B0503050000020004" pitchFamily="34" charset="0"/>
                <a:cs typeface="Poppins" panose="00000500000000000000" pitchFamily="2" charset="0"/>
              </a:rPr>
              <a:t>Femecot</a:t>
            </a:r>
            <a:r>
              <a:rPr lang="es-419" sz="700" noProof="0" dirty="0">
                <a:latin typeface="Poppins" panose="00000500000000000000" pitchFamily="2" charset="0"/>
                <a:ea typeface="Artifakt Element" panose="020B0503050000020004" pitchFamily="34" charset="0"/>
                <a:cs typeface="Poppins" panose="00000500000000000000" pitchFamily="2" charset="0"/>
              </a:rPr>
              <a:t>. </a:t>
            </a:r>
            <a:br>
              <a:rPr lang="es-419" sz="700" noProof="0" dirty="0">
                <a:latin typeface="Poppins" panose="00000500000000000000" pitchFamily="2" charset="0"/>
                <a:ea typeface="Artifakt Element" panose="020B0503050000020004" pitchFamily="34" charset="0"/>
                <a:cs typeface="Poppins" panose="00000500000000000000" pitchFamily="2" charset="0"/>
              </a:rPr>
            </a:br>
            <a:r>
              <a:rPr lang="es-419" sz="700" noProof="0" dirty="0">
                <a:latin typeface="Poppins" panose="00000500000000000000" pitchFamily="2" charset="0"/>
                <a:ea typeface="Artifakt Element" panose="020B0503050000020004" pitchFamily="34" charset="0"/>
                <a:cs typeface="Poppins" panose="00000500000000000000" pitchFamily="2" charset="0"/>
              </a:rPr>
              <a:t>+2 meses de contenido sobre portafolio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2E7953A9-F3CD-A95A-BB51-F6B7D205B1BC}"/>
              </a:ext>
            </a:extLst>
          </p:cNvPr>
          <p:cNvSpPr txBox="1"/>
          <p:nvPr/>
        </p:nvSpPr>
        <p:spPr>
          <a:xfrm>
            <a:off x="4581390" y="2115343"/>
            <a:ext cx="12327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800" b="1" noProof="0" dirty="0">
                <a:latin typeface="Poppins" panose="00000500000000000000" pitchFamily="2" charset="0"/>
                <a:ea typeface="Artifakt Element" panose="020B0503050000020004" pitchFamily="34" charset="0"/>
                <a:cs typeface="Poppins" panose="00000500000000000000" pitchFamily="2" charset="0"/>
              </a:rPr>
              <a:t>21/Septiembre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E0D74AFD-D89C-F809-2C40-451D68A0C0DE}"/>
              </a:ext>
            </a:extLst>
          </p:cNvPr>
          <p:cNvSpPr txBox="1"/>
          <p:nvPr/>
        </p:nvSpPr>
        <p:spPr>
          <a:xfrm>
            <a:off x="6919424" y="3469316"/>
            <a:ext cx="1151500" cy="530915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 rtlCol="0" anchor="t">
            <a:spAutoFit/>
          </a:bodyPr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750" noProof="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E-</a:t>
            </a:r>
            <a:r>
              <a:rPr lang="es-419" sz="750" noProof="0" dirty="0" err="1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mailing</a:t>
            </a:r>
            <a:r>
              <a:rPr lang="es-419" sz="750" noProof="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+ contenido Producto + posts de </a:t>
            </a:r>
            <a:r>
              <a:rPr lang="es-419" sz="750" noProof="0" dirty="0" err="1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NeoOrtho</a:t>
            </a:r>
            <a:r>
              <a:rPr lang="es-419" sz="750" noProof="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en Mexico.</a:t>
            </a:r>
            <a:endParaRPr lang="es-419" noProof="0" dirty="0">
              <a:solidFill>
                <a:schemeClr val="accent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05ACE348-C131-B7FB-D717-31316946EEA3}"/>
              </a:ext>
            </a:extLst>
          </p:cNvPr>
          <p:cNvSpPr txBox="1"/>
          <p:nvPr/>
        </p:nvSpPr>
        <p:spPr>
          <a:xfrm>
            <a:off x="2315086" y="242023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1" name="Imagem 70" descr="Instagram Imagens – Download Grátis no Magnific (antes Freepik)">
            <a:extLst>
              <a:ext uri="{FF2B5EF4-FFF2-40B4-BE49-F238E27FC236}">
                <a16:creationId xmlns:a16="http://schemas.microsoft.com/office/drawing/2014/main" id="{AD4F1FBE-E0BE-40DB-234B-8B56F7BF9021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4566449" y="3421038"/>
            <a:ext cx="375936" cy="375936"/>
          </a:xfrm>
          <a:prstGeom prst="ellipse">
            <a:avLst/>
          </a:prstGeom>
        </p:spPr>
      </p:pic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D1782BDA-511E-1CAF-1A6A-9D7DC58FF728}"/>
              </a:ext>
            </a:extLst>
          </p:cNvPr>
          <p:cNvCxnSpPr/>
          <p:nvPr/>
        </p:nvCxnSpPr>
        <p:spPr>
          <a:xfrm rot="10800000">
            <a:off x="6670423" y="2388605"/>
            <a:ext cx="0" cy="5290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8349EE29-1FCB-457D-E752-1AE1F066BA24}"/>
              </a:ext>
            </a:extLst>
          </p:cNvPr>
          <p:cNvGrpSpPr/>
          <p:nvPr/>
        </p:nvGrpSpPr>
        <p:grpSpPr>
          <a:xfrm>
            <a:off x="6180211" y="2689787"/>
            <a:ext cx="1073987" cy="335966"/>
            <a:chOff x="1260298" y="2704224"/>
            <a:chExt cx="1431982" cy="447955"/>
          </a:xfrm>
        </p:grpSpPr>
        <p:sp>
          <p:nvSpPr>
            <p:cNvPr id="46" name="Elipse 45">
              <a:extLst>
                <a:ext uri="{FF2B5EF4-FFF2-40B4-BE49-F238E27FC236}">
                  <a16:creationId xmlns:a16="http://schemas.microsoft.com/office/drawing/2014/main" id="{89F9656A-086A-47EE-B1BF-DAFE3541C317}"/>
                </a:ext>
              </a:extLst>
            </p:cNvPr>
            <p:cNvSpPr/>
            <p:nvPr/>
          </p:nvSpPr>
          <p:spPr>
            <a:xfrm>
              <a:off x="1838632" y="2743199"/>
              <a:ext cx="245807" cy="24580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419" sz="1013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7" name="Retângulo: Cantos Arredondados 46">
              <a:extLst>
                <a:ext uri="{FF2B5EF4-FFF2-40B4-BE49-F238E27FC236}">
                  <a16:creationId xmlns:a16="http://schemas.microsoft.com/office/drawing/2014/main" id="{1D2E3DF6-FC44-86E0-7B83-B0F2876A1EEE}"/>
                </a:ext>
              </a:extLst>
            </p:cNvPr>
            <p:cNvSpPr/>
            <p:nvPr/>
          </p:nvSpPr>
          <p:spPr>
            <a:xfrm>
              <a:off x="1260298" y="2704224"/>
              <a:ext cx="1431982" cy="438709"/>
            </a:xfrm>
            <a:prstGeom prst="roundRect">
              <a:avLst/>
            </a:prstGeom>
            <a:solidFill>
              <a:srgbClr val="14B1B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endParaRPr lang="es-419" sz="1013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591D7073-533D-5461-69DA-E2ECC12628BA}"/>
                </a:ext>
              </a:extLst>
            </p:cNvPr>
            <p:cNvSpPr txBox="1"/>
            <p:nvPr/>
          </p:nvSpPr>
          <p:spPr>
            <a:xfrm>
              <a:off x="1299662" y="2705732"/>
              <a:ext cx="1353253" cy="4464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788" b="1" noProof="0" dirty="0">
                  <a:solidFill>
                    <a:srgbClr val="FFFFFF"/>
                  </a:solidFill>
                  <a:latin typeface="Poppins" panose="00000500000000000000" pitchFamily="2" charset="0"/>
                  <a:ea typeface="Artifakt Element" panose="020B0503050000020004" pitchFamily="34" charset="0"/>
                  <a:cs typeface="Poppins" panose="00000500000000000000" pitchFamily="2" charset="0"/>
                </a:rPr>
                <a:t>Campaña </a:t>
              </a:r>
            </a:p>
            <a:p>
              <a:pPr algn="ctr"/>
              <a:r>
                <a:rPr lang="es-419" sz="788" b="1" noProof="0" dirty="0">
                  <a:solidFill>
                    <a:srgbClr val="FFFFFF"/>
                  </a:solidFill>
                  <a:latin typeface="Poppins" panose="00000500000000000000" pitchFamily="2" charset="0"/>
                  <a:ea typeface="Artifakt Element" panose="020B0503050000020004" pitchFamily="34" charset="0"/>
                  <a:cs typeface="Poppins" panose="00000500000000000000" pitchFamily="2" charset="0"/>
                </a:rPr>
                <a:t>PRE-FEMECOT</a:t>
              </a:r>
            </a:p>
          </p:txBody>
        </p:sp>
      </p:grp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E37A83FD-F3F3-1B99-4AFD-217372F59B14}"/>
              </a:ext>
            </a:extLst>
          </p:cNvPr>
          <p:cNvSpPr txBox="1"/>
          <p:nvPr/>
        </p:nvSpPr>
        <p:spPr>
          <a:xfrm>
            <a:off x="5977462" y="2101925"/>
            <a:ext cx="13859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800" b="1" noProof="0" dirty="0">
                <a:latin typeface="Poppins" panose="00000500000000000000" pitchFamily="2" charset="0"/>
                <a:ea typeface="Artifakt Element" panose="020B0503050000020004" pitchFamily="34" charset="0"/>
                <a:cs typeface="Poppins" panose="00000500000000000000" pitchFamily="2" charset="0"/>
              </a:rPr>
              <a:t>21-24/Septiembre</a:t>
            </a:r>
          </a:p>
        </p:txBody>
      </p:sp>
    </p:spTree>
    <p:extLst>
      <p:ext uri="{BB962C8B-B14F-4D97-AF65-F5344CB8AC3E}">
        <p14:creationId xmlns:p14="http://schemas.microsoft.com/office/powerpoint/2010/main" val="3476125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áfico 28" descr="Seta circular estrutura de tópicos">
            <a:extLst>
              <a:ext uri="{FF2B5EF4-FFF2-40B4-BE49-F238E27FC236}">
                <a16:creationId xmlns:a16="http://schemas.microsoft.com/office/drawing/2014/main" id="{945CF2EA-3811-4C62-EAAC-E246818828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28594" y="1609154"/>
            <a:ext cx="3286812" cy="328681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A808BC2-BBA6-A1BE-6DE5-04901496BB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419" sz="1400" b="1" noProof="0" dirty="0"/>
              <a:t>CAPACITACIÓN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41B6F5B-AE17-C405-B309-C5040E022FF8}"/>
              </a:ext>
            </a:extLst>
          </p:cNvPr>
          <p:cNvSpPr txBox="1"/>
          <p:nvPr/>
        </p:nvSpPr>
        <p:spPr>
          <a:xfrm>
            <a:off x="3265199" y="738965"/>
            <a:ext cx="2613600" cy="532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rgbClr val="592D84"/>
              </a:buClr>
            </a:pPr>
            <a:r>
              <a:rPr lang="es-419" sz="1000" b="1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Entrenamiento on-line</a:t>
            </a:r>
          </a:p>
          <a:p>
            <a:pPr algn="ctr">
              <a:lnSpc>
                <a:spcPct val="150000"/>
              </a:lnSpc>
              <a:buClr>
                <a:srgbClr val="592D84"/>
              </a:buClr>
            </a:pPr>
            <a:r>
              <a:rPr lang="es-419" sz="1000" b="1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Entrenador: Gustavo Ramos</a:t>
            </a:r>
            <a:endParaRPr lang="es-419" sz="1000" b="1" noProof="0" dirty="0">
              <a:solidFill>
                <a:srgbClr val="592D84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953B29B-20D7-ACAD-B3F2-F700850ACE63}"/>
              </a:ext>
            </a:extLst>
          </p:cNvPr>
          <p:cNvSpPr txBox="1"/>
          <p:nvPr/>
        </p:nvSpPr>
        <p:spPr>
          <a:xfrm>
            <a:off x="4003200" y="1154757"/>
            <a:ext cx="1137600" cy="301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ctr">
              <a:lnSpc>
                <a:spcPct val="150000"/>
              </a:lnSpc>
              <a:buClr>
                <a:srgbClr val="592D84"/>
              </a:buClr>
              <a:buFont typeface="Wingdings" panose="05000000000000000000" pitchFamily="2" charset="2"/>
              <a:buChar char="ü"/>
            </a:pPr>
            <a:r>
              <a:rPr lang="es-419" sz="1000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Luis Pulido.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73A0890-8731-FE6C-1D79-1F7642DF1DA2}"/>
              </a:ext>
            </a:extLst>
          </p:cNvPr>
          <p:cNvSpPr txBox="1"/>
          <p:nvPr/>
        </p:nvSpPr>
        <p:spPr>
          <a:xfrm>
            <a:off x="3700800" y="1333311"/>
            <a:ext cx="1742400" cy="301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ctr">
              <a:lnSpc>
                <a:spcPct val="150000"/>
              </a:lnSpc>
              <a:buClr>
                <a:srgbClr val="592D84"/>
              </a:buClr>
              <a:buFont typeface="Wingdings" panose="05000000000000000000" pitchFamily="2" charset="2"/>
              <a:buChar char="ü"/>
            </a:pPr>
            <a:r>
              <a:rPr lang="es-419" sz="1000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19/06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AB2A752-ED55-30D4-A187-6F29B40C2055}"/>
              </a:ext>
            </a:extLst>
          </p:cNvPr>
          <p:cNvSpPr txBox="1"/>
          <p:nvPr/>
        </p:nvSpPr>
        <p:spPr>
          <a:xfrm>
            <a:off x="3556800" y="1490264"/>
            <a:ext cx="2030400" cy="532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ctr">
              <a:lnSpc>
                <a:spcPct val="150000"/>
              </a:lnSpc>
              <a:buClr>
                <a:srgbClr val="592D84"/>
              </a:buClr>
              <a:buFont typeface="Wingdings" panose="05000000000000000000" pitchFamily="2" charset="2"/>
              <a:buChar char="ü"/>
            </a:pPr>
            <a:r>
              <a:rPr lang="es-419" sz="1000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Clavos Intramedulares</a:t>
            </a:r>
          </a:p>
          <a:p>
            <a:pPr marL="171450" indent="-171450" algn="ctr">
              <a:lnSpc>
                <a:spcPct val="150000"/>
              </a:lnSpc>
              <a:buClr>
                <a:srgbClr val="592D84"/>
              </a:buClr>
              <a:buFont typeface="Wingdings" panose="05000000000000000000" pitchFamily="2" charset="2"/>
              <a:buChar char="ü"/>
            </a:pPr>
            <a:r>
              <a:rPr lang="es-419" sz="1000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Trauma G1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9C2ED1B-25C0-DD4F-4C91-D0A17CE82136}"/>
              </a:ext>
            </a:extLst>
          </p:cNvPr>
          <p:cNvSpPr txBox="1"/>
          <p:nvPr/>
        </p:nvSpPr>
        <p:spPr>
          <a:xfrm>
            <a:off x="2247698" y="3478859"/>
            <a:ext cx="1503285" cy="301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rgbClr val="592D84"/>
              </a:buClr>
            </a:pPr>
            <a:r>
              <a:rPr lang="es-419" sz="1000" b="1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Workshop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206A059-DF17-54BD-BB91-9E504E61530D}"/>
              </a:ext>
            </a:extLst>
          </p:cNvPr>
          <p:cNvSpPr txBox="1"/>
          <p:nvPr/>
        </p:nvSpPr>
        <p:spPr>
          <a:xfrm>
            <a:off x="2143592" y="3661725"/>
            <a:ext cx="1711497" cy="532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rgbClr val="592D84"/>
              </a:buClr>
            </a:pPr>
            <a:r>
              <a:rPr lang="es-419" sz="1000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Ventas | Logística | Distribuidores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2B367C7-456B-5E7F-D731-7DD3C00EF004}"/>
              </a:ext>
            </a:extLst>
          </p:cNvPr>
          <p:cNvSpPr txBox="1"/>
          <p:nvPr/>
        </p:nvSpPr>
        <p:spPr>
          <a:xfrm>
            <a:off x="2128140" y="4123000"/>
            <a:ext cx="1742400" cy="301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rgbClr val="592D84"/>
              </a:buClr>
            </a:pPr>
            <a:r>
              <a:rPr lang="es-419" sz="1000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19/10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8F8A210-536F-D6D6-B24A-8375BD21E4DF}"/>
              </a:ext>
            </a:extLst>
          </p:cNvPr>
          <p:cNvSpPr txBox="1"/>
          <p:nvPr/>
        </p:nvSpPr>
        <p:spPr>
          <a:xfrm>
            <a:off x="1984140" y="4346756"/>
            <a:ext cx="2030400" cy="301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rgbClr val="592D84"/>
              </a:buClr>
            </a:pPr>
            <a:r>
              <a:rPr lang="es-419" sz="1000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Clavos Intramedulares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D72B988-172B-2917-B8DD-A49F5CC0BCF0}"/>
              </a:ext>
            </a:extLst>
          </p:cNvPr>
          <p:cNvSpPr txBox="1"/>
          <p:nvPr/>
        </p:nvSpPr>
        <p:spPr>
          <a:xfrm>
            <a:off x="1985369" y="1800968"/>
            <a:ext cx="1583641" cy="301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rgbClr val="592D84"/>
              </a:buClr>
            </a:pPr>
            <a:r>
              <a:rPr lang="es-419" sz="1000" b="1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Workshop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E4C6915F-228F-3210-2FD0-4782C27A745D}"/>
              </a:ext>
            </a:extLst>
          </p:cNvPr>
          <p:cNvSpPr txBox="1"/>
          <p:nvPr/>
        </p:nvSpPr>
        <p:spPr>
          <a:xfrm>
            <a:off x="1942162" y="1993225"/>
            <a:ext cx="1670055" cy="301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rgbClr val="592D84"/>
              </a:buClr>
            </a:pPr>
            <a:r>
              <a:rPr lang="es-419" sz="1000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Cirujanos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75CBD17-F9D3-4D52-A636-80167BD21492}"/>
              </a:ext>
            </a:extLst>
          </p:cNvPr>
          <p:cNvSpPr txBox="1"/>
          <p:nvPr/>
        </p:nvSpPr>
        <p:spPr>
          <a:xfrm>
            <a:off x="2098518" y="2286979"/>
            <a:ext cx="1357342" cy="301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rgbClr val="592D84"/>
              </a:buClr>
            </a:pPr>
            <a:r>
              <a:rPr lang="es-419" sz="1000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20/10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3842C4BB-D8E4-9EB4-BE5B-583424D7219E}"/>
              </a:ext>
            </a:extLst>
          </p:cNvPr>
          <p:cNvSpPr txBox="1"/>
          <p:nvPr/>
        </p:nvSpPr>
        <p:spPr>
          <a:xfrm>
            <a:off x="1905987" y="2580732"/>
            <a:ext cx="1742404" cy="301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rgbClr val="592D84"/>
              </a:buClr>
            </a:pPr>
            <a:r>
              <a:rPr lang="es-419" sz="1000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Clavos Intramedulares</a:t>
            </a:r>
          </a:p>
        </p:txBody>
      </p: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CFEAED30-1137-3216-9152-8701E17B0C8C}"/>
              </a:ext>
            </a:extLst>
          </p:cNvPr>
          <p:cNvGrpSpPr/>
          <p:nvPr/>
        </p:nvGrpSpPr>
        <p:grpSpPr>
          <a:xfrm>
            <a:off x="1849943" y="3578583"/>
            <a:ext cx="468000" cy="468000"/>
            <a:chOff x="6963137" y="1684255"/>
            <a:chExt cx="828000" cy="828000"/>
          </a:xfrm>
        </p:grpSpPr>
        <p:sp>
          <p:nvSpPr>
            <p:cNvPr id="34" name="Fluxograma: Conector 33">
              <a:extLst>
                <a:ext uri="{FF2B5EF4-FFF2-40B4-BE49-F238E27FC236}">
                  <a16:creationId xmlns:a16="http://schemas.microsoft.com/office/drawing/2014/main" id="{7F959C93-D640-8DC8-0D24-277906BFCB28}"/>
                </a:ext>
              </a:extLst>
            </p:cNvPr>
            <p:cNvSpPr/>
            <p:nvPr/>
          </p:nvSpPr>
          <p:spPr>
            <a:xfrm>
              <a:off x="6963137" y="1684255"/>
              <a:ext cx="828000" cy="828000"/>
            </a:xfrm>
            <a:prstGeom prst="flowChartConnector">
              <a:avLst/>
            </a:prstGeom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noProof="0" dirty="0"/>
            </a:p>
          </p:txBody>
        </p:sp>
        <p:pic>
          <p:nvPicPr>
            <p:cNvPr id="33" name="Imagem 32">
              <a:extLst>
                <a:ext uri="{FF2B5EF4-FFF2-40B4-BE49-F238E27FC236}">
                  <a16:creationId xmlns:a16="http://schemas.microsoft.com/office/drawing/2014/main" id="{44C909AB-DDAE-948A-497E-B6B2B9630D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129704" y="1850822"/>
              <a:ext cx="494866" cy="494866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E90BEB0C-4F16-F230-B6EE-B1A119E3A424}"/>
              </a:ext>
            </a:extLst>
          </p:cNvPr>
          <p:cNvGrpSpPr/>
          <p:nvPr/>
        </p:nvGrpSpPr>
        <p:grpSpPr>
          <a:xfrm>
            <a:off x="3134834" y="845167"/>
            <a:ext cx="468000" cy="468000"/>
            <a:chOff x="1847904" y="903685"/>
            <a:chExt cx="828000" cy="828000"/>
          </a:xfrm>
        </p:grpSpPr>
        <p:sp>
          <p:nvSpPr>
            <p:cNvPr id="36" name="Fluxograma: Conector 35">
              <a:extLst>
                <a:ext uri="{FF2B5EF4-FFF2-40B4-BE49-F238E27FC236}">
                  <a16:creationId xmlns:a16="http://schemas.microsoft.com/office/drawing/2014/main" id="{64A630E9-E5DE-F460-9A48-AF01B8F523E8}"/>
                </a:ext>
              </a:extLst>
            </p:cNvPr>
            <p:cNvSpPr/>
            <p:nvPr/>
          </p:nvSpPr>
          <p:spPr>
            <a:xfrm>
              <a:off x="1847904" y="903685"/>
              <a:ext cx="828000" cy="828000"/>
            </a:xfrm>
            <a:prstGeom prst="flowChartConnector">
              <a:avLst/>
            </a:prstGeom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noProof="0" dirty="0"/>
            </a:p>
          </p:txBody>
        </p:sp>
        <p:pic>
          <p:nvPicPr>
            <p:cNvPr id="31" name="Gráfico 30" descr="Vlog estrutura de tópicos">
              <a:extLst>
                <a:ext uri="{FF2B5EF4-FFF2-40B4-BE49-F238E27FC236}">
                  <a16:creationId xmlns:a16="http://schemas.microsoft.com/office/drawing/2014/main" id="{7DB29438-4918-81F5-7911-EA6F25474C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lum bright="10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937844" y="993625"/>
              <a:ext cx="648121" cy="648121"/>
            </a:xfrm>
            <a:prstGeom prst="rect">
              <a:avLst/>
            </a:prstGeom>
          </p:spPr>
        </p:pic>
      </p:grp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E145DE9E-861A-CDFE-787F-6FA9862239FC}"/>
              </a:ext>
            </a:extLst>
          </p:cNvPr>
          <p:cNvGrpSpPr/>
          <p:nvPr/>
        </p:nvGrpSpPr>
        <p:grpSpPr>
          <a:xfrm>
            <a:off x="1940123" y="1881591"/>
            <a:ext cx="468000" cy="468000"/>
            <a:chOff x="6963137" y="1684255"/>
            <a:chExt cx="828000" cy="828000"/>
          </a:xfrm>
        </p:grpSpPr>
        <p:sp>
          <p:nvSpPr>
            <p:cNvPr id="40" name="Fluxograma: Conector 39">
              <a:extLst>
                <a:ext uri="{FF2B5EF4-FFF2-40B4-BE49-F238E27FC236}">
                  <a16:creationId xmlns:a16="http://schemas.microsoft.com/office/drawing/2014/main" id="{12A8A8A5-F617-F7EC-02D0-F9F42A0DB6ED}"/>
                </a:ext>
              </a:extLst>
            </p:cNvPr>
            <p:cNvSpPr/>
            <p:nvPr/>
          </p:nvSpPr>
          <p:spPr>
            <a:xfrm>
              <a:off x="6963137" y="1684255"/>
              <a:ext cx="828000" cy="828000"/>
            </a:xfrm>
            <a:prstGeom prst="flowChartConnector">
              <a:avLst/>
            </a:prstGeom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noProof="0" dirty="0"/>
            </a:p>
          </p:txBody>
        </p:sp>
        <p:pic>
          <p:nvPicPr>
            <p:cNvPr id="41" name="Imagem 40">
              <a:extLst>
                <a:ext uri="{FF2B5EF4-FFF2-40B4-BE49-F238E27FC236}">
                  <a16:creationId xmlns:a16="http://schemas.microsoft.com/office/drawing/2014/main" id="{AEDF5906-53B1-F86C-0F46-B509E65BE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129704" y="1850822"/>
              <a:ext cx="494866" cy="494866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3D62F3C0-49B6-49A5-C456-86911606D02C}"/>
              </a:ext>
            </a:extLst>
          </p:cNvPr>
          <p:cNvSpPr txBox="1"/>
          <p:nvPr/>
        </p:nvSpPr>
        <p:spPr>
          <a:xfrm>
            <a:off x="6230856" y="3716902"/>
            <a:ext cx="1975172" cy="993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419" sz="1000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Entrenado: Luis Pulido </a:t>
            </a:r>
          </a:p>
          <a:p>
            <a:pPr algn="ctr">
              <a:lnSpc>
                <a:spcPct val="150000"/>
              </a:lnSpc>
            </a:pPr>
            <a:r>
              <a:rPr lang="es-419" sz="1000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15/10</a:t>
            </a:r>
          </a:p>
          <a:p>
            <a:pPr algn="ctr">
              <a:lnSpc>
                <a:spcPct val="150000"/>
              </a:lnSpc>
            </a:pPr>
            <a:r>
              <a:rPr lang="es-419" sz="1000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Clavos Intramedulares</a:t>
            </a:r>
          </a:p>
          <a:p>
            <a:pPr algn="ctr">
              <a:lnSpc>
                <a:spcPct val="150000"/>
              </a:lnSpc>
            </a:pPr>
            <a:r>
              <a:rPr lang="es-419" sz="1000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Trauma G1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F8B7AF3-54A3-A3C7-C3D1-70D770190CA5}"/>
              </a:ext>
            </a:extLst>
          </p:cNvPr>
          <p:cNvSpPr txBox="1"/>
          <p:nvPr/>
        </p:nvSpPr>
        <p:spPr>
          <a:xfrm>
            <a:off x="6031021" y="2031398"/>
            <a:ext cx="1888659" cy="9938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419" sz="1000" b="1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Entrenamiento in loco</a:t>
            </a:r>
          </a:p>
          <a:p>
            <a:pPr algn="ctr">
              <a:lnSpc>
                <a:spcPct val="150000"/>
              </a:lnSpc>
            </a:pPr>
            <a:r>
              <a:rPr lang="es-419" sz="1000" b="1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Entrenador: Luis Pulido</a:t>
            </a:r>
            <a:endParaRPr lang="es-419" sz="1000" b="1" noProof="0" dirty="0">
              <a:solidFill>
                <a:srgbClr val="592D84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s-419" sz="1000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Equipo de </a:t>
            </a:r>
            <a:r>
              <a:rPr lang="es-419" sz="1000" noProof="0" dirty="0" err="1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Medartis</a:t>
            </a:r>
            <a:r>
              <a:rPr lang="es-419" sz="1000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Mexico</a:t>
            </a:r>
          </a:p>
          <a:p>
            <a:pPr algn="ctr">
              <a:lnSpc>
                <a:spcPct val="150000"/>
              </a:lnSpc>
            </a:pPr>
            <a:r>
              <a:rPr lang="es-419" sz="1000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09/2026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7494311-47F9-C2FC-5F38-A7D15E6D2955}"/>
              </a:ext>
            </a:extLst>
          </p:cNvPr>
          <p:cNvSpPr txBox="1"/>
          <p:nvPr/>
        </p:nvSpPr>
        <p:spPr>
          <a:xfrm>
            <a:off x="6164116" y="3273126"/>
            <a:ext cx="2041912" cy="532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rgbClr val="592D84"/>
              </a:buClr>
            </a:pPr>
            <a:r>
              <a:rPr lang="es-419" sz="1000" b="1" noProof="0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Workshop en San Paolo</a:t>
            </a:r>
          </a:p>
          <a:p>
            <a:pPr>
              <a:lnSpc>
                <a:spcPct val="150000"/>
              </a:lnSpc>
              <a:buClr>
                <a:srgbClr val="592D84"/>
              </a:buClr>
            </a:pPr>
            <a:r>
              <a:rPr lang="es-419" sz="1000" b="1" dirty="0">
                <a:solidFill>
                  <a:srgbClr val="592D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Entrenador: Gustavo Ramos</a:t>
            </a:r>
            <a:endParaRPr lang="es-419" sz="1000" b="1" noProof="0" dirty="0">
              <a:solidFill>
                <a:srgbClr val="592D84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50655EC1-62C5-6289-3B78-9A1AE67F52B1}"/>
              </a:ext>
            </a:extLst>
          </p:cNvPr>
          <p:cNvGrpSpPr/>
          <p:nvPr/>
        </p:nvGrpSpPr>
        <p:grpSpPr>
          <a:xfrm>
            <a:off x="5762856" y="3305224"/>
            <a:ext cx="468000" cy="468000"/>
            <a:chOff x="6963137" y="1684255"/>
            <a:chExt cx="828000" cy="828000"/>
          </a:xfrm>
        </p:grpSpPr>
        <p:sp>
          <p:nvSpPr>
            <p:cNvPr id="13" name="Fluxograma: Conector 12">
              <a:extLst>
                <a:ext uri="{FF2B5EF4-FFF2-40B4-BE49-F238E27FC236}">
                  <a16:creationId xmlns:a16="http://schemas.microsoft.com/office/drawing/2014/main" id="{F08FF41F-7E9C-3309-CA0C-DB9B9A53BDE7}"/>
                </a:ext>
              </a:extLst>
            </p:cNvPr>
            <p:cNvSpPr/>
            <p:nvPr/>
          </p:nvSpPr>
          <p:spPr>
            <a:xfrm>
              <a:off x="6963137" y="1684255"/>
              <a:ext cx="828000" cy="828000"/>
            </a:xfrm>
            <a:prstGeom prst="flowChartConnector">
              <a:avLst/>
            </a:prstGeom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noProof="0" dirty="0"/>
            </a:p>
          </p:txBody>
        </p:sp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D1FC35F-4C07-140F-5316-F9E1CD7D30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129704" y="1850822"/>
              <a:ext cx="494866" cy="494866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272ED1A9-F7F7-8D92-763A-78D8F5EC4EE2}"/>
              </a:ext>
            </a:extLst>
          </p:cNvPr>
          <p:cNvGrpSpPr/>
          <p:nvPr/>
        </p:nvGrpSpPr>
        <p:grpSpPr>
          <a:xfrm>
            <a:off x="5701628" y="2141445"/>
            <a:ext cx="468000" cy="468000"/>
            <a:chOff x="5771855" y="1666362"/>
            <a:chExt cx="468000" cy="468000"/>
          </a:xfrm>
        </p:grpSpPr>
        <p:sp>
          <p:nvSpPr>
            <p:cNvPr id="23" name="Fluxograma: Conector 22">
              <a:extLst>
                <a:ext uri="{FF2B5EF4-FFF2-40B4-BE49-F238E27FC236}">
                  <a16:creationId xmlns:a16="http://schemas.microsoft.com/office/drawing/2014/main" id="{59D09B0F-A0C9-1796-7EB6-053755CA73AF}"/>
                </a:ext>
              </a:extLst>
            </p:cNvPr>
            <p:cNvSpPr/>
            <p:nvPr/>
          </p:nvSpPr>
          <p:spPr>
            <a:xfrm>
              <a:off x="5771855" y="1666362"/>
              <a:ext cx="468000" cy="468000"/>
            </a:xfrm>
            <a:prstGeom prst="flowChartConnector">
              <a:avLst/>
            </a:prstGeom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noProof="0" dirty="0"/>
            </a:p>
          </p:txBody>
        </p:sp>
        <p:pic>
          <p:nvPicPr>
            <p:cNvPr id="19" name="Gráfico 18" descr="Sala de aula estrutura de tópicos">
              <a:extLst>
                <a:ext uri="{FF2B5EF4-FFF2-40B4-BE49-F238E27FC236}">
                  <a16:creationId xmlns:a16="http://schemas.microsoft.com/office/drawing/2014/main" id="{B295CB7B-DC14-DB00-66C1-00BA60D9B4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809874" y="1694087"/>
              <a:ext cx="397076" cy="3970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64153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E176B3-6B27-7714-3810-06F706D23B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419" sz="1400" b="1" noProof="0" dirty="0"/>
              <a:t>DRESS CODE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0EB8FF-D174-8DFA-4550-4346EE4A1DB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04556" y="1178942"/>
            <a:ext cx="1875596" cy="327151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88B3CD5-3625-0F5C-BEBD-6ADA83BE7E4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83188" y="1178943"/>
            <a:ext cx="1050535" cy="327472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CD34271-B9DF-89DF-D612-A03E2E99E272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59312" y="1178943"/>
            <a:ext cx="2023201" cy="327472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D5AD0E35-EF59-5875-CE98-B9DA6DEFB8B7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405740" y="1178943"/>
            <a:ext cx="1151860" cy="3271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169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1E4B74-4120-D2DD-ABCF-6F6814E1FE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419" sz="1400" b="1" noProof="0" dirty="0"/>
              <a:t>CRONOGRAMA DE ACTIVIDADES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E7E1FF62-19EE-AEE5-6E6C-381B884ABC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114662"/>
              </p:ext>
            </p:extLst>
          </p:nvPr>
        </p:nvGraphicFramePr>
        <p:xfrm>
          <a:off x="629998" y="748899"/>
          <a:ext cx="7884004" cy="4072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002">
                  <a:extLst>
                    <a:ext uri="{9D8B030D-6E8A-4147-A177-3AD203B41FA5}">
                      <a16:colId xmlns:a16="http://schemas.microsoft.com/office/drawing/2014/main" val="80919291"/>
                    </a:ext>
                  </a:extLst>
                </a:gridCol>
                <a:gridCol w="777600">
                  <a:extLst>
                    <a:ext uri="{9D8B030D-6E8A-4147-A177-3AD203B41FA5}">
                      <a16:colId xmlns:a16="http://schemas.microsoft.com/office/drawing/2014/main" val="4227645826"/>
                    </a:ext>
                  </a:extLst>
                </a:gridCol>
                <a:gridCol w="694082">
                  <a:extLst>
                    <a:ext uri="{9D8B030D-6E8A-4147-A177-3AD203B41FA5}">
                      <a16:colId xmlns:a16="http://schemas.microsoft.com/office/drawing/2014/main" val="2532505045"/>
                    </a:ext>
                  </a:extLst>
                </a:gridCol>
                <a:gridCol w="659790">
                  <a:extLst>
                    <a:ext uri="{9D8B030D-6E8A-4147-A177-3AD203B41FA5}">
                      <a16:colId xmlns:a16="http://schemas.microsoft.com/office/drawing/2014/main" val="3995869331"/>
                    </a:ext>
                  </a:extLst>
                </a:gridCol>
                <a:gridCol w="659790">
                  <a:extLst>
                    <a:ext uri="{9D8B030D-6E8A-4147-A177-3AD203B41FA5}">
                      <a16:colId xmlns:a16="http://schemas.microsoft.com/office/drawing/2014/main" val="3396578721"/>
                    </a:ext>
                  </a:extLst>
                </a:gridCol>
                <a:gridCol w="659790">
                  <a:extLst>
                    <a:ext uri="{9D8B030D-6E8A-4147-A177-3AD203B41FA5}">
                      <a16:colId xmlns:a16="http://schemas.microsoft.com/office/drawing/2014/main" val="3747602637"/>
                    </a:ext>
                  </a:extLst>
                </a:gridCol>
                <a:gridCol w="659790">
                  <a:extLst>
                    <a:ext uri="{9D8B030D-6E8A-4147-A177-3AD203B41FA5}">
                      <a16:colId xmlns:a16="http://schemas.microsoft.com/office/drawing/2014/main" val="3671335383"/>
                    </a:ext>
                  </a:extLst>
                </a:gridCol>
                <a:gridCol w="659790">
                  <a:extLst>
                    <a:ext uri="{9D8B030D-6E8A-4147-A177-3AD203B41FA5}">
                      <a16:colId xmlns:a16="http://schemas.microsoft.com/office/drawing/2014/main" val="533472811"/>
                    </a:ext>
                  </a:extLst>
                </a:gridCol>
                <a:gridCol w="659790">
                  <a:extLst>
                    <a:ext uri="{9D8B030D-6E8A-4147-A177-3AD203B41FA5}">
                      <a16:colId xmlns:a16="http://schemas.microsoft.com/office/drawing/2014/main" val="273771817"/>
                    </a:ext>
                  </a:extLst>
                </a:gridCol>
                <a:gridCol w="659790">
                  <a:extLst>
                    <a:ext uri="{9D8B030D-6E8A-4147-A177-3AD203B41FA5}">
                      <a16:colId xmlns:a16="http://schemas.microsoft.com/office/drawing/2014/main" val="1518211419"/>
                    </a:ext>
                  </a:extLst>
                </a:gridCol>
                <a:gridCol w="659790">
                  <a:extLst>
                    <a:ext uri="{9D8B030D-6E8A-4147-A177-3AD203B41FA5}">
                      <a16:colId xmlns:a16="http://schemas.microsoft.com/office/drawing/2014/main" val="4094971227"/>
                    </a:ext>
                  </a:extLst>
                </a:gridCol>
              </a:tblGrid>
              <a:tr h="247195">
                <a:tc rowSpan="2">
                  <a:txBody>
                    <a:bodyPr/>
                    <a:lstStyle/>
                    <a:p>
                      <a:pPr algn="ctr"/>
                      <a:r>
                        <a:rPr lang="es-419" sz="800" noProof="0" dirty="0"/>
                        <a:t>Actividad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419" sz="800" noProof="0" dirty="0"/>
                    </a:p>
                  </a:txBody>
                  <a:tcPr anchor="ctr"/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s-419" sz="800" noProof="0" dirty="0"/>
                        <a:t>2026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419" sz="800" noProof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419" sz="800" noProof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419" sz="800" noProof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419" sz="800" noProof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419" sz="800" noProof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419" sz="800" noProof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419" sz="800" noProof="0" dirty="0"/>
                        <a:t>2027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419" sz="800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319118"/>
                  </a:ext>
                </a:extLst>
              </a:tr>
              <a:tr h="3071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600" b="1" noProof="0" dirty="0"/>
                        <a:t>RESPONSABLE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600" b="1" noProof="0" dirty="0"/>
                        <a:t>Junio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600" b="1" noProof="0" dirty="0"/>
                        <a:t>Julio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600" b="1" noProof="0" dirty="0"/>
                        <a:t>Agosto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600" b="1" noProof="0" dirty="0"/>
                        <a:t>Septiembre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600" b="1" noProof="0" dirty="0"/>
                        <a:t>Octubre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600" b="1" noProof="0" dirty="0"/>
                        <a:t>Noviembre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600" b="1" noProof="0" dirty="0"/>
                        <a:t>Diciembre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600" b="1" noProof="0" dirty="0"/>
                        <a:t>Enero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600" b="1" noProof="0" dirty="0"/>
                        <a:t>Febrero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6649701"/>
                  </a:ext>
                </a:extLst>
              </a:tr>
              <a:tr h="251307">
                <a:tc>
                  <a:txBody>
                    <a:bodyPr/>
                    <a:lstStyle/>
                    <a:p>
                      <a:pPr algn="ctr"/>
                      <a:r>
                        <a:rPr lang="es-419" sz="600" noProof="0" dirty="0"/>
                        <a:t>Registro sanitario clavos</a:t>
                      </a:r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600" noProof="0" dirty="0"/>
                        <a:t>RA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600" noProof="0" dirty="0"/>
                        <a:t>OK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984973"/>
                  </a:ext>
                </a:extLst>
              </a:tr>
              <a:tr h="251307">
                <a:tc>
                  <a:txBody>
                    <a:bodyPr/>
                    <a:lstStyle/>
                    <a:p>
                      <a:pPr algn="ctr"/>
                      <a:r>
                        <a:rPr lang="es-419" sz="600" noProof="0" dirty="0"/>
                        <a:t>Registro clavos SAP</a:t>
                      </a:r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600" noProof="0" dirty="0" err="1"/>
                        <a:t>HQs</a:t>
                      </a:r>
                      <a:endParaRPr lang="es-419" sz="600" noProof="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652403"/>
                  </a:ext>
                </a:extLst>
              </a:tr>
              <a:tr h="251307">
                <a:tc>
                  <a:txBody>
                    <a:bodyPr/>
                    <a:lstStyle/>
                    <a:p>
                      <a:pPr algn="ctr"/>
                      <a:r>
                        <a:rPr lang="es-419" sz="600" noProof="0" dirty="0"/>
                        <a:t>Pedido inicial</a:t>
                      </a:r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600" noProof="0" dirty="0"/>
                        <a:t>S. Trujillo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600" noProof="0" dirty="0"/>
                        <a:t>OK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117389"/>
                  </a:ext>
                </a:extLst>
              </a:tr>
              <a:tr h="251307">
                <a:tc>
                  <a:txBody>
                    <a:bodyPr/>
                    <a:lstStyle/>
                    <a:p>
                      <a:pPr algn="ctr"/>
                      <a:r>
                        <a:rPr lang="es-419" sz="600" noProof="0" dirty="0"/>
                        <a:t>Entrega pedido inicial</a:t>
                      </a:r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600" noProof="0" dirty="0"/>
                        <a:t>E. Bedusco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303595"/>
                  </a:ext>
                </a:extLst>
              </a:tr>
              <a:tr h="251307">
                <a:tc>
                  <a:txBody>
                    <a:bodyPr/>
                    <a:lstStyle/>
                    <a:p>
                      <a:pPr algn="ctr"/>
                      <a:r>
                        <a:rPr lang="es-419" sz="600" noProof="0" dirty="0"/>
                        <a:t>Pedido materiales demo</a:t>
                      </a:r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600" noProof="0" dirty="0"/>
                        <a:t>S. Trujillo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600" noProof="0" dirty="0"/>
                        <a:t>OK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143368"/>
                  </a:ext>
                </a:extLst>
              </a:tr>
              <a:tr h="251307">
                <a:tc>
                  <a:txBody>
                    <a:bodyPr/>
                    <a:lstStyle/>
                    <a:p>
                      <a:pPr algn="ctr"/>
                      <a:r>
                        <a:rPr lang="es-419" sz="600" noProof="0" dirty="0"/>
                        <a:t>Entrega materiales demo</a:t>
                      </a:r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600" noProof="0" dirty="0"/>
                        <a:t>E. Bedusco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419" sz="600" b="0" i="0" u="none" strike="noStrike" cap="none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419" sz="600" b="0" i="0" u="none" strike="noStrike" cap="none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419" sz="600" b="0" i="0" u="none" strike="noStrike" cap="none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142468"/>
                  </a:ext>
                </a:extLst>
              </a:tr>
              <a:tr h="251307">
                <a:tc>
                  <a:txBody>
                    <a:bodyPr/>
                    <a:lstStyle/>
                    <a:p>
                      <a:pPr algn="ctr"/>
                      <a:r>
                        <a:rPr lang="es-419" sz="600" noProof="0" dirty="0"/>
                        <a:t>Entrenamiento on-line</a:t>
                      </a:r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600" noProof="0" dirty="0"/>
                        <a:t>F. Degasperi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600" noProof="0" dirty="0"/>
                        <a:t>OK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630140"/>
                  </a:ext>
                </a:extLst>
              </a:tr>
              <a:tr h="251307">
                <a:tc>
                  <a:txBody>
                    <a:bodyPr/>
                    <a:lstStyle/>
                    <a:p>
                      <a:pPr algn="ctr"/>
                      <a:r>
                        <a:rPr lang="es-419" sz="600" noProof="0" dirty="0"/>
                        <a:t>Aprobación estand final</a:t>
                      </a:r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600" noProof="0" dirty="0"/>
                        <a:t>P. Ramos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680037"/>
                  </a:ext>
                </a:extLst>
              </a:tr>
              <a:tr h="251307">
                <a:tc>
                  <a:txBody>
                    <a:bodyPr/>
                    <a:lstStyle/>
                    <a:p>
                      <a:pPr algn="ctr"/>
                      <a:r>
                        <a:rPr lang="es-419" sz="600" noProof="0" dirty="0"/>
                        <a:t>Entrega kit de Marketing</a:t>
                      </a:r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600" noProof="0" dirty="0"/>
                        <a:t>P. Ramos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12880"/>
                  </a:ext>
                </a:extLst>
              </a:tr>
              <a:tr h="251307">
                <a:tc>
                  <a:txBody>
                    <a:bodyPr/>
                    <a:lstStyle/>
                    <a:p>
                      <a:pPr algn="ctr"/>
                      <a:r>
                        <a:rPr lang="es-419" sz="600" noProof="0" dirty="0"/>
                        <a:t>Workshop interno | </a:t>
                      </a:r>
                      <a:r>
                        <a:rPr lang="es-419" sz="600" noProof="0" dirty="0" err="1"/>
                        <a:t>dist</a:t>
                      </a:r>
                      <a:r>
                        <a:rPr lang="es-419" sz="600" noProof="0" dirty="0"/>
                        <a:t>.</a:t>
                      </a:r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600" noProof="0" dirty="0"/>
                        <a:t>L. Pulido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845146"/>
                  </a:ext>
                </a:extLst>
              </a:tr>
              <a:tr h="251307">
                <a:tc>
                  <a:txBody>
                    <a:bodyPr/>
                    <a:lstStyle/>
                    <a:p>
                      <a:pPr algn="ctr"/>
                      <a:r>
                        <a:rPr lang="es-419" sz="600" noProof="0" dirty="0"/>
                        <a:t>Workshop cirujanos</a:t>
                      </a:r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600" noProof="0" dirty="0"/>
                        <a:t>L. Pulido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6183900"/>
                  </a:ext>
                </a:extLst>
              </a:tr>
              <a:tr h="251307">
                <a:tc>
                  <a:txBody>
                    <a:bodyPr/>
                    <a:lstStyle/>
                    <a:p>
                      <a:pPr algn="ctr"/>
                      <a:r>
                        <a:rPr lang="es-419" sz="600" noProof="0" dirty="0"/>
                        <a:t>Cena cirujanos</a:t>
                      </a:r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600" noProof="0" dirty="0"/>
                        <a:t>L. Pulido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833230"/>
                  </a:ext>
                </a:extLst>
              </a:tr>
              <a:tr h="251307">
                <a:tc>
                  <a:txBody>
                    <a:bodyPr/>
                    <a:lstStyle/>
                    <a:p>
                      <a:pPr algn="ctr"/>
                      <a:r>
                        <a:rPr lang="es-419" sz="600" noProof="0" dirty="0"/>
                        <a:t>Lanzamiento de la Marca</a:t>
                      </a:r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600" noProof="0" dirty="0"/>
                        <a:t>S. Trujillo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064280"/>
                  </a:ext>
                </a:extLst>
              </a:tr>
              <a:tr h="251307">
                <a:tc>
                  <a:txBody>
                    <a:bodyPr/>
                    <a:lstStyle/>
                    <a:p>
                      <a:pPr algn="ctr"/>
                      <a:r>
                        <a:rPr lang="es-419" sz="600" noProof="0" dirty="0"/>
                        <a:t>Inicio de las ventas</a:t>
                      </a:r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600" noProof="0" dirty="0"/>
                        <a:t>S. Trujillo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419" sz="600" noProof="0" dirty="0"/>
                    </a:p>
                  </a:txBody>
                  <a:tcPr anchor="ctr">
                    <a:solidFill>
                      <a:srgbClr val="EA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139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4335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>
            <a:spLocks noGrp="1"/>
          </p:cNvSpPr>
          <p:nvPr>
            <p:ph type="ctrTitle" idx="4294967295"/>
          </p:nvPr>
        </p:nvSpPr>
        <p:spPr>
          <a:xfrm>
            <a:off x="958150" y="2348563"/>
            <a:ext cx="5488200" cy="11313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300" noProof="0" dirty="0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rPr>
              <a:t>Gracias.</a:t>
            </a:r>
          </a:p>
        </p:txBody>
      </p:sp>
      <p:pic>
        <p:nvPicPr>
          <p:cNvPr id="193" name="Google Shape;193;p22" title="LOGO_NEOORTHO_4.png"/>
          <p:cNvPicPr preferRelativeResize="0"/>
          <p:nvPr/>
        </p:nvPicPr>
        <p:blipFill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1143" y="1378750"/>
            <a:ext cx="2123174" cy="50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edical Checkup">
      <a:dk1>
        <a:srgbClr val="582C83"/>
      </a:dk1>
      <a:lt1>
        <a:srgbClr val="7A5DD6"/>
      </a:lt1>
      <a:dk2>
        <a:srgbClr val="27144C"/>
      </a:dk2>
      <a:lt2>
        <a:srgbClr val="D9D9D6"/>
      </a:lt2>
      <a:accent1>
        <a:srgbClr val="00B0B9"/>
      </a:accent1>
      <a:accent2>
        <a:srgbClr val="731EA0"/>
      </a:accent2>
      <a:accent3>
        <a:srgbClr val="AD60EA"/>
      </a:accent3>
      <a:accent4>
        <a:srgbClr val="84E9A7"/>
      </a:accent4>
      <a:accent5>
        <a:srgbClr val="00B0B9"/>
      </a:accent5>
      <a:accent6>
        <a:srgbClr val="D9D9D6"/>
      </a:accent6>
      <a:hlink>
        <a:srgbClr val="7A5DD6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1261</TotalTime>
  <Words>421</Words>
  <Application>Microsoft Office PowerPoint</Application>
  <PresentationFormat>Apresentação na tela (16:9)</PresentationFormat>
  <Paragraphs>114</Paragraphs>
  <Slides>9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6" baseType="lpstr">
      <vt:lpstr>Wingdings</vt:lpstr>
      <vt:lpstr>Heebo</vt:lpstr>
      <vt:lpstr>Open Sans</vt:lpstr>
      <vt:lpstr>Poppins Light</vt:lpstr>
      <vt:lpstr>Poppins</vt:lpstr>
      <vt:lpstr>Arial</vt:lpstr>
      <vt:lpstr>Office Theme</vt:lpstr>
      <vt:lpstr>PLAN DE LANZAMIENTO MÉXICO</vt:lpstr>
      <vt:lpstr>LANZAMIENTO DE LA MARCA NEOORTHO EN MÉXICO</vt:lpstr>
      <vt:lpstr>ESTRATEGIA</vt:lpstr>
      <vt:lpstr>CÓMO ENPEZAMOS</vt:lpstr>
      <vt:lpstr>Apresentação do PowerPoint</vt:lpstr>
      <vt:lpstr>CAPACITACIÓN</vt:lpstr>
      <vt:lpstr>DRESS CODE</vt:lpstr>
      <vt:lpstr>CRONOGRAMA DE ACTIVIDADES</vt:lpstr>
      <vt:lpstr>Gracias.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Everton Maica Bedusco</cp:lastModifiedBy>
  <cp:revision>1</cp:revision>
  <dcterms:modified xsi:type="dcterms:W3CDTF">2026-07-30T19:21:25Z</dcterms:modified>
</cp:coreProperties>
</file>